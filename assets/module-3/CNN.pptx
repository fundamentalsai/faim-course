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</p:sldMasterIdLst>
  <p:notesMasterIdLst>
    <p:notesMasterId r:id="rId27"/>
  </p:notesMasterIdLst>
  <p:sldIdLst>
    <p:sldId id="257" r:id="rId3"/>
    <p:sldId id="256" r:id="rId4"/>
    <p:sldId id="5293" r:id="rId5"/>
    <p:sldId id="262" r:id="rId6"/>
    <p:sldId id="258" r:id="rId7"/>
    <p:sldId id="281" r:id="rId8"/>
    <p:sldId id="265" r:id="rId9"/>
    <p:sldId id="260" r:id="rId10"/>
    <p:sldId id="267" r:id="rId11"/>
    <p:sldId id="5294" r:id="rId12"/>
    <p:sldId id="263" r:id="rId13"/>
    <p:sldId id="259" r:id="rId14"/>
    <p:sldId id="269" r:id="rId15"/>
    <p:sldId id="275" r:id="rId16"/>
    <p:sldId id="268" r:id="rId17"/>
    <p:sldId id="261" r:id="rId18"/>
    <p:sldId id="283" r:id="rId19"/>
    <p:sldId id="276" r:id="rId20"/>
    <p:sldId id="284" r:id="rId21"/>
    <p:sldId id="277" r:id="rId22"/>
    <p:sldId id="278" r:id="rId23"/>
    <p:sldId id="279" r:id="rId24"/>
    <p:sldId id="266" r:id="rId25"/>
    <p:sldId id="2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3569"/>
    <a:srgbClr val="8EC89A"/>
    <a:srgbClr val="368DBC"/>
    <a:srgbClr val="FFE38C"/>
    <a:srgbClr val="EC6608"/>
    <a:srgbClr val="6F3F81"/>
    <a:srgbClr val="F0B2C5"/>
    <a:srgbClr val="FFFFFF"/>
    <a:srgbClr val="A8D6B1"/>
    <a:srgbClr val="00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2059A1-BF89-422E-B455-C56FAE90CEB2}" v="2" dt="2025-11-10T12:36:47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ash Puthanveettil Madathil" userId="d8011305-fc6a-4624-9916-5f1faf71aa6c" providerId="ADAL" clId="{006B2348-E702-0641-9A66-3C8152E720C1}"/>
    <pc:docChg chg="undo custSel addSld modSld sldOrd">
      <pc:chgData name="Abhilash Puthanveettil Madathil" userId="d8011305-fc6a-4624-9916-5f1faf71aa6c" providerId="ADAL" clId="{006B2348-E702-0641-9A66-3C8152E720C1}" dt="2025-09-04T17:43:40.232" v="428" actId="2710"/>
      <pc:docMkLst>
        <pc:docMk/>
      </pc:docMkLst>
      <pc:sldChg chg="modSp mod">
        <pc:chgData name="Abhilash Puthanveettil Madathil" userId="d8011305-fc6a-4624-9916-5f1faf71aa6c" providerId="ADAL" clId="{006B2348-E702-0641-9A66-3C8152E720C1}" dt="2025-09-04T16:47:33.128" v="7" actId="20577"/>
        <pc:sldMkLst>
          <pc:docMk/>
          <pc:sldMk cId="1907673375" sldId="257"/>
        </pc:sldMkLst>
      </pc:sldChg>
      <pc:sldChg chg="ord">
        <pc:chgData name="Abhilash Puthanveettil Madathil" userId="d8011305-fc6a-4624-9916-5f1faf71aa6c" providerId="ADAL" clId="{006B2348-E702-0641-9A66-3C8152E720C1}" dt="2025-09-04T16:49:17.076" v="18" actId="20578"/>
        <pc:sldMkLst>
          <pc:docMk/>
          <pc:sldMk cId="2843819804" sldId="262"/>
        </pc:sldMkLst>
      </pc:sldChg>
      <pc:sldChg chg="modSp mod">
        <pc:chgData name="Abhilash Puthanveettil Madathil" userId="d8011305-fc6a-4624-9916-5f1faf71aa6c" providerId="ADAL" clId="{006B2348-E702-0641-9A66-3C8152E720C1}" dt="2025-09-04T16:47:57.975" v="17" actId="20577"/>
        <pc:sldMkLst>
          <pc:docMk/>
          <pc:sldMk cId="3516092615" sldId="5257"/>
        </pc:sldMkLst>
      </pc:sldChg>
      <pc:sldChg chg="addSp modSp new mod">
        <pc:chgData name="Abhilash Puthanveettil Madathil" userId="d8011305-fc6a-4624-9916-5f1faf71aa6c" providerId="ADAL" clId="{006B2348-E702-0641-9A66-3C8152E720C1}" dt="2025-09-04T17:00:25.207" v="141" actId="2710"/>
        <pc:sldMkLst>
          <pc:docMk/>
          <pc:sldMk cId="3678424862" sldId="5258"/>
        </pc:sldMkLst>
      </pc:sldChg>
      <pc:sldChg chg="addSp modSp add mod">
        <pc:chgData name="Abhilash Puthanveettil Madathil" userId="d8011305-fc6a-4624-9916-5f1faf71aa6c" providerId="ADAL" clId="{006B2348-E702-0641-9A66-3C8152E720C1}" dt="2025-09-04T17:34:26.166" v="397" actId="1076"/>
        <pc:sldMkLst>
          <pc:docMk/>
          <pc:sldMk cId="4009837664" sldId="5259"/>
        </pc:sldMkLst>
      </pc:sldChg>
      <pc:sldChg chg="addSp modSp add mod">
        <pc:chgData name="Abhilash Puthanveettil Madathil" userId="d8011305-fc6a-4624-9916-5f1faf71aa6c" providerId="ADAL" clId="{006B2348-E702-0641-9A66-3C8152E720C1}" dt="2025-09-04T17:19:22.491" v="331" actId="113"/>
        <pc:sldMkLst>
          <pc:docMk/>
          <pc:sldMk cId="2450018730" sldId="5260"/>
        </pc:sldMkLst>
      </pc:sldChg>
      <pc:sldChg chg="addSp modSp add mod">
        <pc:chgData name="Abhilash Puthanveettil Madathil" userId="d8011305-fc6a-4624-9916-5f1faf71aa6c" providerId="ADAL" clId="{006B2348-E702-0641-9A66-3C8152E720C1}" dt="2025-09-04T17:23:41.656" v="380" actId="404"/>
        <pc:sldMkLst>
          <pc:docMk/>
          <pc:sldMk cId="2375682626" sldId="5261"/>
        </pc:sldMkLst>
      </pc:sldChg>
      <pc:sldChg chg="addSp modSp add">
        <pc:chgData name="Abhilash Puthanveettil Madathil" userId="d8011305-fc6a-4624-9916-5f1faf71aa6c" providerId="ADAL" clId="{006B2348-E702-0641-9A66-3C8152E720C1}" dt="2025-09-04T17:28:58.692" v="387" actId="1076"/>
        <pc:sldMkLst>
          <pc:docMk/>
          <pc:sldMk cId="1690692097" sldId="5262"/>
        </pc:sldMkLst>
      </pc:sldChg>
      <pc:sldChg chg="addSp delSp modSp add mod">
        <pc:chgData name="Abhilash Puthanveettil Madathil" userId="d8011305-fc6a-4624-9916-5f1faf71aa6c" providerId="ADAL" clId="{006B2348-E702-0641-9A66-3C8152E720C1}" dt="2025-09-04T17:43:40.232" v="428" actId="2710"/>
        <pc:sldMkLst>
          <pc:docMk/>
          <pc:sldMk cId="897571022" sldId="5263"/>
        </pc:sldMkLst>
      </pc:sldChg>
    </pc:docChg>
  </pc:docChgLst>
  <pc:docChgLst>
    <pc:chgData name="Abhilash Puthanveettil Madathil" userId="d8011305-fc6a-4624-9916-5f1faf71aa6c" providerId="ADAL" clId="{5CBF45CB-4E0E-477E-96C4-1153B12CF362}"/>
    <pc:docChg chg="undo custSel addSld delSld modSld sldOrd">
      <pc:chgData name="Abhilash Puthanveettil Madathil" userId="d8011305-fc6a-4624-9916-5f1faf71aa6c" providerId="ADAL" clId="{5CBF45CB-4E0E-477E-96C4-1153B12CF362}" dt="2025-09-12T13:55:07.270" v="1540" actId="20577"/>
      <pc:docMkLst>
        <pc:docMk/>
      </pc:docMkLst>
      <pc:sldChg chg="modSp mod">
        <pc:chgData name="Abhilash Puthanveettil Madathil" userId="d8011305-fc6a-4624-9916-5f1faf71aa6c" providerId="ADAL" clId="{5CBF45CB-4E0E-477E-96C4-1153B12CF362}" dt="2025-09-12T09:32:28.865" v="885" actId="20577"/>
        <pc:sldMkLst>
          <pc:docMk/>
          <pc:sldMk cId="1907673375" sldId="257"/>
        </pc:sldMkLst>
      </pc:sldChg>
      <pc:sldChg chg="delSp modSp add mod">
        <pc:chgData name="Abhilash Puthanveettil Madathil" userId="d8011305-fc6a-4624-9916-5f1faf71aa6c" providerId="ADAL" clId="{5CBF45CB-4E0E-477E-96C4-1153B12CF362}" dt="2025-09-12T09:26:40.851" v="829" actId="20577"/>
        <pc:sldMkLst>
          <pc:docMk/>
          <pc:sldMk cId="1235313199" sldId="258"/>
        </pc:sldMkLst>
      </pc:sldChg>
      <pc:sldChg chg="modSp add mod">
        <pc:chgData name="Abhilash Puthanveettil Madathil" userId="d8011305-fc6a-4624-9916-5f1faf71aa6c" providerId="ADAL" clId="{5CBF45CB-4E0E-477E-96C4-1153B12CF362}" dt="2025-09-12T09:08:04.096" v="640" actId="1076"/>
        <pc:sldMkLst>
          <pc:docMk/>
          <pc:sldMk cId="802379716" sldId="259"/>
        </pc:sldMkLst>
      </pc:sldChg>
      <pc:sldChg chg="delSp add mod">
        <pc:chgData name="Abhilash Puthanveettil Madathil" userId="d8011305-fc6a-4624-9916-5f1faf71aa6c" providerId="ADAL" clId="{5CBF45CB-4E0E-477E-96C4-1153B12CF362}" dt="2025-09-12T08:54:16.582" v="572" actId="478"/>
        <pc:sldMkLst>
          <pc:docMk/>
          <pc:sldMk cId="367599848" sldId="26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843819804" sldId="262"/>
        </pc:sldMkLst>
      </pc:sldChg>
      <pc:sldChg chg="modSp add mod">
        <pc:chgData name="Abhilash Puthanveettil Madathil" userId="d8011305-fc6a-4624-9916-5f1faf71aa6c" providerId="ADAL" clId="{5CBF45CB-4E0E-477E-96C4-1153B12CF362}" dt="2025-09-12T09:07:28.015" v="631" actId="113"/>
        <pc:sldMkLst>
          <pc:docMk/>
          <pc:sldMk cId="3946753422" sldId="262"/>
        </pc:sldMkLst>
      </pc:sldChg>
      <pc:sldChg chg="add">
        <pc:chgData name="Abhilash Puthanveettil Madathil" userId="d8011305-fc6a-4624-9916-5f1faf71aa6c" providerId="ADAL" clId="{5CBF45CB-4E0E-477E-96C4-1153B12CF362}" dt="2025-09-12T08:45:43.907" v="504"/>
        <pc:sldMkLst>
          <pc:docMk/>
          <pc:sldMk cId="3558507941" sldId="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983546814" sldId="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9235005" sldId="264"/>
        </pc:sldMkLst>
      </pc:sldChg>
      <pc:sldChg chg="addSp modSp add mod">
        <pc:chgData name="Abhilash Puthanveettil Madathil" userId="d8011305-fc6a-4624-9916-5f1faf71aa6c" providerId="ADAL" clId="{5CBF45CB-4E0E-477E-96C4-1153B12CF362}" dt="2025-09-12T09:35:38.198" v="994" actId="1076"/>
        <pc:sldMkLst>
          <pc:docMk/>
          <pc:sldMk cId="1501806569" sldId="264"/>
        </pc:sldMkLst>
      </pc:sldChg>
      <pc:sldChg chg="addSp delSp modSp add mod">
        <pc:chgData name="Abhilash Puthanveettil Madathil" userId="d8011305-fc6a-4624-9916-5f1faf71aa6c" providerId="ADAL" clId="{5CBF45CB-4E0E-477E-96C4-1153B12CF362}" dt="2025-09-12T09:28:55.635" v="870" actId="1076"/>
        <pc:sldMkLst>
          <pc:docMk/>
          <pc:sldMk cId="4155161756" sldId="265"/>
        </pc:sldMkLst>
      </pc:sldChg>
      <pc:sldChg chg="modSp add del mod">
        <pc:chgData name="Abhilash Puthanveettil Madathil" userId="d8011305-fc6a-4624-9916-5f1faf71aa6c" providerId="ADAL" clId="{5CBF45CB-4E0E-477E-96C4-1153B12CF362}" dt="2025-09-12T09:26:21.698" v="825" actId="47"/>
        <pc:sldMkLst>
          <pc:docMk/>
          <pc:sldMk cId="2573085398" sldId="266"/>
        </pc:sldMkLst>
      </pc:sldChg>
      <pc:sldChg chg="add del">
        <pc:chgData name="Abhilash Puthanveettil Madathil" userId="d8011305-fc6a-4624-9916-5f1faf71aa6c" providerId="ADAL" clId="{5CBF45CB-4E0E-477E-96C4-1153B12CF362}" dt="2025-09-12T09:26:21.698" v="825" actId="47"/>
        <pc:sldMkLst>
          <pc:docMk/>
          <pc:sldMk cId="4195532272" sldId="26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488900210" sldId="524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710305279" sldId="524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09449199" sldId="525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770934003" sldId="5251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216463083" sldId="5254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994739329" sldId="5255"/>
        </pc:sldMkLst>
      </pc:sldChg>
      <pc:sldChg chg="modSp mod">
        <pc:chgData name="Abhilash Puthanveettil Madathil" userId="d8011305-fc6a-4624-9916-5f1faf71aa6c" providerId="ADAL" clId="{5CBF45CB-4E0E-477E-96C4-1153B12CF362}" dt="2025-09-12T13:55:07.270" v="1540" actId="20577"/>
        <pc:sldMkLst>
          <pc:docMk/>
          <pc:sldMk cId="3516092615" sldId="525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678424862" sldId="525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4009837664" sldId="5259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450018730" sldId="5260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375682626" sldId="5261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690692097" sldId="5262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897571022" sldId="5263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0811195" sldId="5264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385321015" sldId="5265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663525828" sldId="5266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017152809" sldId="5267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3503091294" sldId="5268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2400111494" sldId="5269"/>
        </pc:sldMkLst>
      </pc:sldChg>
      <pc:sldChg chg="del">
        <pc:chgData name="Abhilash Puthanveettil Madathil" userId="d8011305-fc6a-4624-9916-5f1faf71aa6c" providerId="ADAL" clId="{5CBF45CB-4E0E-477E-96C4-1153B12CF362}" dt="2025-09-11T08:12:02.012" v="156" actId="47"/>
        <pc:sldMkLst>
          <pc:docMk/>
          <pc:sldMk cId="1073244060" sldId="5270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4:28.122" v="1028"/>
        <pc:sldMkLst>
          <pc:docMk/>
          <pc:sldMk cId="200159108" sldId="5274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37:56.097" v="1001"/>
        <pc:sldMkLst>
          <pc:docMk/>
          <pc:sldMk cId="3465983915" sldId="5275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39:14.465" v="1007"/>
        <pc:sldMkLst>
          <pc:docMk/>
          <pc:sldMk cId="44286736" sldId="5276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1:49.316" v="1015"/>
        <pc:sldMkLst>
          <pc:docMk/>
          <pc:sldMk cId="1285627370" sldId="5277"/>
        </pc:sldMkLst>
      </pc:sldChg>
      <pc:sldChg chg="addSp modSp mod modAnim">
        <pc:chgData name="Abhilash Puthanveettil Madathil" userId="d8011305-fc6a-4624-9916-5f1faf71aa6c" providerId="ADAL" clId="{5CBF45CB-4E0E-477E-96C4-1153B12CF362}" dt="2025-09-12T09:44:01.610" v="1023"/>
        <pc:sldMkLst>
          <pc:docMk/>
          <pc:sldMk cId="3919837406" sldId="5278"/>
        </pc:sldMkLst>
      </pc:sldChg>
      <pc:sldChg chg="new del">
        <pc:chgData name="Abhilash Puthanveettil Madathil" userId="d8011305-fc6a-4624-9916-5f1faf71aa6c" providerId="ADAL" clId="{5CBF45CB-4E0E-477E-96C4-1153B12CF362}" dt="2025-09-11T08:01:27.146" v="4" actId="47"/>
        <pc:sldMkLst>
          <pc:docMk/>
          <pc:sldMk cId="1247924721" sldId="5279"/>
        </pc:sldMkLst>
      </pc:sldChg>
      <pc:sldChg chg="addSp delSp modSp add mod modAnim">
        <pc:chgData name="Abhilash Puthanveettil Madathil" userId="d8011305-fc6a-4624-9916-5f1faf71aa6c" providerId="ADAL" clId="{5CBF45CB-4E0E-477E-96C4-1153B12CF362}" dt="2025-09-12T10:11:32.539" v="1539" actId="313"/>
        <pc:sldMkLst>
          <pc:docMk/>
          <pc:sldMk cId="1282305084" sldId="5280"/>
        </pc:sldMkLst>
      </pc:sldChg>
      <pc:sldChg chg="addSp delSp modSp add mod">
        <pc:chgData name="Abhilash Puthanveettil Madathil" userId="d8011305-fc6a-4624-9916-5f1faf71aa6c" providerId="ADAL" clId="{5CBF45CB-4E0E-477E-96C4-1153B12CF362}" dt="2025-09-11T11:40:56.119" v="501" actId="1076"/>
        <pc:sldMkLst>
          <pc:docMk/>
          <pc:sldMk cId="114895107" sldId="5281"/>
        </pc:sldMkLst>
      </pc:sldChg>
      <pc:sldChg chg="addSp delSp modSp add del mod">
        <pc:chgData name="Abhilash Puthanveettil Madathil" userId="d8011305-fc6a-4624-9916-5f1faf71aa6c" providerId="ADAL" clId="{5CBF45CB-4E0E-477E-96C4-1153B12CF362}" dt="2025-09-12T08:54:13.444" v="571" actId="47"/>
        <pc:sldMkLst>
          <pc:docMk/>
          <pc:sldMk cId="466345368" sldId="5282"/>
        </pc:sldMkLst>
      </pc:sldChg>
      <pc:sldChg chg="addSp delSp modSp new mod">
        <pc:chgData name="Abhilash Puthanveettil Madathil" userId="d8011305-fc6a-4624-9916-5f1faf71aa6c" providerId="ADAL" clId="{5CBF45CB-4E0E-477E-96C4-1153B12CF362}" dt="2025-09-12T09:31:48.109" v="871" actId="108"/>
        <pc:sldMkLst>
          <pc:docMk/>
          <pc:sldMk cId="3296916716" sldId="5283"/>
        </pc:sldMkLst>
      </pc:sldChg>
      <pc:sldChg chg="addSp delSp modSp add mod ord modAnim">
        <pc:chgData name="Abhilash Puthanveettil Madathil" userId="d8011305-fc6a-4624-9916-5f1faf71aa6c" providerId="ADAL" clId="{5CBF45CB-4E0E-477E-96C4-1153B12CF362}" dt="2025-09-12T09:11:40.892" v="742" actId="20577"/>
        <pc:sldMkLst>
          <pc:docMk/>
          <pc:sldMk cId="3278409490" sldId="5284"/>
        </pc:sldMkLst>
      </pc:sldChg>
      <pc:sldChg chg="modSp add mod">
        <pc:chgData name="Abhilash Puthanveettil Madathil" userId="d8011305-fc6a-4624-9916-5f1faf71aa6c" providerId="ADAL" clId="{5CBF45CB-4E0E-477E-96C4-1153B12CF362}" dt="2025-09-12T09:06:12.232" v="587" actId="2710"/>
        <pc:sldMkLst>
          <pc:docMk/>
          <pc:sldMk cId="1180591358" sldId="5285"/>
        </pc:sldMkLst>
      </pc:sldChg>
      <pc:sldChg chg="addSp delSp modSp new mod">
        <pc:chgData name="Abhilash Puthanveettil Madathil" userId="d8011305-fc6a-4624-9916-5f1faf71aa6c" providerId="ADAL" clId="{5CBF45CB-4E0E-477E-96C4-1153B12CF362}" dt="2025-09-12T09:49:40.463" v="1163" actId="1076"/>
        <pc:sldMkLst>
          <pc:docMk/>
          <pc:sldMk cId="3712259471" sldId="5286"/>
        </pc:sldMkLst>
      </pc:sldChg>
      <pc:sldMasterChg chg="delSldLayout">
        <pc:chgData name="Abhilash Puthanveettil Madathil" userId="d8011305-fc6a-4624-9916-5f1faf71aa6c" providerId="ADAL" clId="{5CBF45CB-4E0E-477E-96C4-1153B12CF362}" dt="2025-09-11T08:12:02.012" v="156" actId="47"/>
        <pc:sldMasterMkLst>
          <pc:docMk/>
          <pc:sldMasterMk cId="2866590782" sldId="2147483680"/>
        </pc:sldMasterMkLst>
        <pc:sldLayoutChg chg="del">
          <pc:chgData name="Abhilash Puthanveettil Madathil" userId="d8011305-fc6a-4624-9916-5f1faf71aa6c" providerId="ADAL" clId="{5CBF45CB-4E0E-477E-96C4-1153B12CF362}" dt="2025-09-11T08:12:02.012" v="156" actId="47"/>
          <pc:sldLayoutMkLst>
            <pc:docMk/>
            <pc:sldMasterMk cId="2866590782" sldId="2147483680"/>
            <pc:sldLayoutMk cId="908172764" sldId="2147483697"/>
          </pc:sldLayoutMkLst>
        </pc:sldLayoutChg>
      </pc:sldMasterChg>
    </pc:docChg>
  </pc:docChgLst>
  <pc:docChgLst>
    <pc:chgData name="Abhilash Puthanveettil Madathil" userId="d8011305-fc6a-4624-9916-5f1faf71aa6c" providerId="ADAL" clId="{24B81A1C-B6C0-4337-9379-9E6B49D58557}"/>
    <pc:docChg chg="undo custSel addSld delSld modSld sldOrd">
      <pc:chgData name="Abhilash Puthanveettil Madathil" userId="d8011305-fc6a-4624-9916-5f1faf71aa6c" providerId="ADAL" clId="{24B81A1C-B6C0-4337-9379-9E6B49D58557}" dt="2025-09-05T11:08:58.478" v="1479" actId="1076"/>
      <pc:docMkLst>
        <pc:docMk/>
      </pc:docMkLst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2749156522" sldId="25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830544612" sldId="5238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24211103" sldId="523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424486533" sldId="5240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888016838" sldId="5241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985867615" sldId="5242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040671412" sldId="5243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872343653" sldId="5244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3093455659" sldId="5246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1364485425" sldId="5249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3833758513" sldId="5252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470072454" sldId="5256"/>
        </pc:sldMkLst>
      </pc:sldChg>
      <pc:sldChg chg="new del ord">
        <pc:chgData name="Abhilash Puthanveettil Madathil" userId="d8011305-fc6a-4624-9916-5f1faf71aa6c" providerId="ADAL" clId="{24B81A1C-B6C0-4337-9379-9E6B49D58557}" dt="2025-09-03T13:44:15.827" v="5" actId="2696"/>
        <pc:sldMkLst>
          <pc:docMk/>
          <pc:sldMk cId="1258510351" sldId="5256"/>
        </pc:sldMkLst>
      </pc:sldChg>
      <pc:sldChg chg="del">
        <pc:chgData name="Abhilash Puthanveettil Madathil" userId="d8011305-fc6a-4624-9916-5f1faf71aa6c" providerId="ADAL" clId="{24B81A1C-B6C0-4337-9379-9E6B49D58557}" dt="2025-09-03T13:44:04.399" v="0" actId="47"/>
        <pc:sldMkLst>
          <pc:docMk/>
          <pc:sldMk cId="966834390" sldId="5257"/>
        </pc:sldMkLst>
      </pc:sldChg>
      <pc:sldChg chg="modSp new mod ord">
        <pc:chgData name="Abhilash Puthanveettil Madathil" userId="d8011305-fc6a-4624-9916-5f1faf71aa6c" providerId="ADAL" clId="{24B81A1C-B6C0-4337-9379-9E6B49D58557}" dt="2025-09-05T06:47:01.805" v="432" actId="20577"/>
        <pc:sldMkLst>
          <pc:docMk/>
          <pc:sldMk cId="3516092615" sldId="5257"/>
        </pc:sldMkLst>
      </pc:sldChg>
      <pc:sldChg chg="addSp modSp new mod">
        <pc:chgData name="Abhilash Puthanveettil Madathil" userId="d8011305-fc6a-4624-9916-5f1faf71aa6c" providerId="ADAL" clId="{24B81A1C-B6C0-4337-9379-9E6B49D58557}" dt="2025-09-05T06:52:50.391" v="589" actId="20577"/>
        <pc:sldMkLst>
          <pc:docMk/>
          <pc:sldMk cId="30811195" sldId="5264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5.629" v="835"/>
        <pc:sldMkLst>
          <pc:docMk/>
          <pc:sldMk cId="3385321015" sldId="5265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33.247" v="831" actId="20577"/>
        <pc:sldMkLst>
          <pc:docMk/>
          <pc:sldMk cId="1663525828" sldId="5266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1.252" v="833"/>
        <pc:sldMkLst>
          <pc:docMk/>
          <pc:sldMk cId="2017152809" sldId="5267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7:49.363" v="837"/>
        <pc:sldMkLst>
          <pc:docMk/>
          <pc:sldMk cId="3503091294" sldId="5268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8:03.429" v="840" actId="108"/>
        <pc:sldMkLst>
          <pc:docMk/>
          <pc:sldMk cId="2400111494" sldId="5269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08:48:55.324" v="848" actId="1076"/>
        <pc:sldMkLst>
          <pc:docMk/>
          <pc:sldMk cId="1073244060" sldId="5270"/>
        </pc:sldMkLst>
      </pc:sldChg>
      <pc:sldChg chg="new del">
        <pc:chgData name="Abhilash Puthanveettil Madathil" userId="d8011305-fc6a-4624-9916-5f1faf71aa6c" providerId="ADAL" clId="{24B81A1C-B6C0-4337-9379-9E6B49D58557}" dt="2025-09-05T10:19:32.354" v="924" actId="47"/>
        <pc:sldMkLst>
          <pc:docMk/>
          <pc:sldMk cId="3176681252" sldId="5271"/>
        </pc:sldMkLst>
      </pc:sldChg>
      <pc:sldChg chg="addSp delSp modSp add del mod">
        <pc:chgData name="Abhilash Puthanveettil Madathil" userId="d8011305-fc6a-4624-9916-5f1faf71aa6c" providerId="ADAL" clId="{24B81A1C-B6C0-4337-9379-9E6B49D58557}" dt="2025-09-05T10:31:43.968" v="1140" actId="47"/>
        <pc:sldMkLst>
          <pc:docMk/>
          <pc:sldMk cId="3091476292" sldId="5272"/>
        </pc:sldMkLst>
      </pc:sldChg>
      <pc:sldChg chg="addSp modSp add mod">
        <pc:chgData name="Abhilash Puthanveettil Madathil" userId="d8011305-fc6a-4624-9916-5f1faf71aa6c" providerId="ADAL" clId="{24B81A1C-B6C0-4337-9379-9E6B49D58557}" dt="2025-09-05T11:08:58.478" v="1479" actId="1076"/>
        <pc:sldMkLst>
          <pc:docMk/>
          <pc:sldMk cId="1961750020" sldId="5273"/>
        </pc:sldMkLst>
      </pc:sldChg>
      <pc:sldChg chg="addSp delSp modSp new mod">
        <pc:chgData name="Abhilash Puthanveettil Madathil" userId="d8011305-fc6a-4624-9916-5f1faf71aa6c" providerId="ADAL" clId="{24B81A1C-B6C0-4337-9379-9E6B49D58557}" dt="2025-09-05T11:07:38.050" v="1474" actId="58"/>
        <pc:sldMkLst>
          <pc:docMk/>
          <pc:sldMk cId="200159108" sldId="5274"/>
        </pc:sldMkLst>
      </pc:sldChg>
      <pc:sldChg chg="addSp delSp modSp new mod">
        <pc:chgData name="Abhilash Puthanveettil Madathil" userId="d8011305-fc6a-4624-9916-5f1faf71aa6c" providerId="ADAL" clId="{24B81A1C-B6C0-4337-9379-9E6B49D58557}" dt="2025-09-05T11:05:40.590" v="1445" actId="208"/>
        <pc:sldMkLst>
          <pc:docMk/>
          <pc:sldMk cId="3465983915" sldId="5275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5:59.152" v="1452" actId="1076"/>
        <pc:sldMkLst>
          <pc:docMk/>
          <pc:sldMk cId="44286736" sldId="5276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6:20.589" v="1460" actId="1076"/>
        <pc:sldMkLst>
          <pc:docMk/>
          <pc:sldMk cId="1285627370" sldId="5277"/>
        </pc:sldMkLst>
      </pc:sldChg>
      <pc:sldChg chg="addSp delSp modSp add mod">
        <pc:chgData name="Abhilash Puthanveettil Madathil" userId="d8011305-fc6a-4624-9916-5f1faf71aa6c" providerId="ADAL" clId="{24B81A1C-B6C0-4337-9379-9E6B49D58557}" dt="2025-09-05T11:06:52.331" v="1468" actId="688"/>
        <pc:sldMkLst>
          <pc:docMk/>
          <pc:sldMk cId="3919837406" sldId="5278"/>
        </pc:sldMkLst>
      </pc:sldChg>
      <pc:sldChg chg="add del">
        <pc:chgData name="Abhilash Puthanveettil Madathil" userId="d8011305-fc6a-4624-9916-5f1faf71aa6c" providerId="ADAL" clId="{24B81A1C-B6C0-4337-9379-9E6B49D58557}" dt="2025-09-05T11:02:01.091" v="1393"/>
        <pc:sldMkLst>
          <pc:docMk/>
          <pc:sldMk cId="495947576" sldId="5279"/>
        </pc:sldMkLst>
      </pc:sldChg>
    </pc:docChg>
  </pc:docChgLst>
  <pc:docChgLst>
    <pc:chgData name="Abhilash Puthanveettil Madathil" userId="d8011305-fc6a-4624-9916-5f1faf71aa6c" providerId="ADAL" clId="{37D6176F-80B2-4EF5-B286-45320985E911}"/>
    <pc:docChg chg="delSld modSld">
      <pc:chgData name="Abhilash Puthanveettil Madathil" userId="d8011305-fc6a-4624-9916-5f1faf71aa6c" providerId="ADAL" clId="{37D6176F-80B2-4EF5-B286-45320985E911}" dt="2025-11-10T12:35:52.634" v="43" actId="47"/>
      <pc:docMkLst>
        <pc:docMk/>
      </pc:docMkLst>
      <pc:sldChg chg="modSp mod">
        <pc:chgData name="Abhilash Puthanveettil Madathil" userId="d8011305-fc6a-4624-9916-5f1faf71aa6c" providerId="ADAL" clId="{37D6176F-80B2-4EF5-B286-45320985E911}" dt="2025-11-10T10:40:30.690" v="39" actId="20577"/>
        <pc:sldMkLst>
          <pc:docMk/>
          <pc:sldMk cId="1907673375" sldId="257"/>
        </pc:sldMkLst>
        <pc:spChg chg="mod">
          <ac:chgData name="Abhilash Puthanveettil Madathil" userId="d8011305-fc6a-4624-9916-5f1faf71aa6c" providerId="ADAL" clId="{37D6176F-80B2-4EF5-B286-45320985E911}" dt="2025-11-10T10:40:30.690" v="39" actId="20577"/>
          <ac:spMkLst>
            <pc:docMk/>
            <pc:sldMk cId="1907673375" sldId="257"/>
            <ac:spMk id="26" creationId="{25451483-8D7C-5343-AC73-67C6E4A0C645}"/>
          </ac:spMkLst>
        </pc:spChg>
      </pc:sldChg>
      <pc:sldChg chg="del">
        <pc:chgData name="Abhilash Puthanveettil Madathil" userId="d8011305-fc6a-4624-9916-5f1faf71aa6c" providerId="ADAL" clId="{37D6176F-80B2-4EF5-B286-45320985E911}" dt="2025-11-10T12:35:52.634" v="43" actId="47"/>
        <pc:sldMkLst>
          <pc:docMk/>
          <pc:sldMk cId="2551227202" sldId="282"/>
        </pc:sldMkLst>
      </pc:sldChg>
      <pc:sldChg chg="modSp del mod">
        <pc:chgData name="Abhilash Puthanveettil Madathil" userId="d8011305-fc6a-4624-9916-5f1faf71aa6c" providerId="ADAL" clId="{37D6176F-80B2-4EF5-B286-45320985E911}" dt="2025-11-10T10:46:39.798" v="42" actId="47"/>
        <pc:sldMkLst>
          <pc:docMk/>
          <pc:sldMk cId="3516092615" sldId="5257"/>
        </pc:sldMkLst>
        <pc:spChg chg="mod">
          <ac:chgData name="Abhilash Puthanveettil Madathil" userId="d8011305-fc6a-4624-9916-5f1faf71aa6c" providerId="ADAL" clId="{37D6176F-80B2-4EF5-B286-45320985E911}" dt="2025-11-10T10:45:16.666" v="41" actId="20577"/>
          <ac:spMkLst>
            <pc:docMk/>
            <pc:sldMk cId="3516092615" sldId="5257"/>
            <ac:spMk id="2" creationId="{5E8CA369-9724-D960-F4D0-4ADCB1896926}"/>
          </ac:spMkLst>
        </pc:spChg>
        <pc:spChg chg="mod">
          <ac:chgData name="Abhilash Puthanveettil Madathil" userId="d8011305-fc6a-4624-9916-5f1faf71aa6c" providerId="ADAL" clId="{37D6176F-80B2-4EF5-B286-45320985E911}" dt="2025-11-10T10:45:14.668" v="40" actId="20577"/>
          <ac:spMkLst>
            <pc:docMk/>
            <pc:sldMk cId="3516092615" sldId="5257"/>
            <ac:spMk id="3" creationId="{E9B6A08D-FA74-AA14-41A1-8217F362A038}"/>
          </ac:spMkLst>
        </pc:spChg>
      </pc:sldChg>
    </pc:docChg>
  </pc:docChgLst>
  <pc:docChgLst>
    <pc:chgData name="Abhilash Puthanveettil Madathil" userId="d8011305-fc6a-4624-9916-5f1faf71aa6c" providerId="ADAL" clId="{23C840B2-036E-4C84-9BCD-E46F46244F1C}"/>
    <pc:docChg chg="undo custSel addSld delSld modSld sldOrd">
      <pc:chgData name="Abhilash Puthanveettil Madathil" userId="d8011305-fc6a-4624-9916-5f1faf71aa6c" providerId="ADAL" clId="{23C840B2-036E-4C84-9BCD-E46F46244F1C}" dt="2025-09-26T14:03:49.184" v="186" actId="1076"/>
      <pc:docMkLst>
        <pc:docMk/>
      </pc:docMkLst>
      <pc:sldChg chg="delSp modSp add mod setBg delDesignElem">
        <pc:chgData name="Abhilash Puthanveettil Madathil" userId="d8011305-fc6a-4624-9916-5f1faf71aa6c" providerId="ADAL" clId="{23C840B2-036E-4C84-9BCD-E46F46244F1C}" dt="2025-09-24T11:47:57.561" v="130" actId="6549"/>
        <pc:sldMkLst>
          <pc:docMk/>
          <pc:sldMk cId="449371103" sldId="256"/>
        </pc:sldMkLst>
      </pc:sldChg>
      <pc:sldChg chg="modSp mod">
        <pc:chgData name="Abhilash Puthanveettil Madathil" userId="d8011305-fc6a-4624-9916-5f1faf71aa6c" providerId="ADAL" clId="{23C840B2-036E-4C84-9BCD-E46F46244F1C}" dt="2025-09-26T14:03:05.488" v="179" actId="6549"/>
        <pc:sldMkLst>
          <pc:docMk/>
          <pc:sldMk cId="1907673375" sldId="257"/>
        </pc:sldMkLst>
      </pc:sldChg>
      <pc:sldChg chg="delSp modSp add mod setBg delDesignElem">
        <pc:chgData name="Abhilash Puthanveettil Madathil" userId="d8011305-fc6a-4624-9916-5f1faf71aa6c" providerId="ADAL" clId="{23C840B2-036E-4C84-9BCD-E46F46244F1C}" dt="2025-09-24T11:48:54.505" v="135" actId="14100"/>
        <pc:sldMkLst>
          <pc:docMk/>
          <pc:sldMk cId="1086959304" sldId="258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1235313199" sldId="258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579525691" sldId="259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802379716" sldId="259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67599848" sldId="260"/>
        </pc:sldMkLst>
      </pc:sldChg>
      <pc:sldChg chg="add setBg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833719794" sldId="260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3195861652" sldId="261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946753422" sldId="262"/>
        </pc:sldMkLst>
      </pc:sldChg>
      <pc:sldChg chg="modSp add mod">
        <pc:chgData name="Abhilash Puthanveettil Madathil" userId="d8011305-fc6a-4624-9916-5f1faf71aa6c" providerId="ADAL" clId="{23C840B2-036E-4C84-9BCD-E46F46244F1C}" dt="2025-09-26T14:03:49.184" v="186" actId="1076"/>
        <pc:sldMkLst>
          <pc:docMk/>
          <pc:sldMk cId="4044792061" sldId="262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558507941" sldId="263"/>
        </pc:sldMkLst>
      </pc:sldChg>
      <pc:sldChg chg="modSp add mod">
        <pc:chgData name="Abhilash Puthanveettil Madathil" userId="d8011305-fc6a-4624-9916-5f1faf71aa6c" providerId="ADAL" clId="{23C840B2-036E-4C84-9BCD-E46F46244F1C}" dt="2025-09-24T11:56:56.281" v="142" actId="1076"/>
        <pc:sldMkLst>
          <pc:docMk/>
          <pc:sldMk cId="4223849758" sldId="263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1501806569" sldId="264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860334824" sldId="265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4155161756" sldId="265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163518271" sldId="266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798155982" sldId="267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147009817" sldId="268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615452064" sldId="269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47435984" sldId="272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521685281" sldId="275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42144373" sldId="276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4231571135" sldId="277"/>
        </pc:sldMkLst>
      </pc:sldChg>
      <pc:sldChg chg="delSp add setBg delDesignElem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179627387" sldId="278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2428755542" sldId="279"/>
        </pc:sldMkLst>
      </pc:sldChg>
      <pc:sldChg chg="add del">
        <pc:chgData name="Abhilash Puthanveettil Madathil" userId="d8011305-fc6a-4624-9916-5f1faf71aa6c" providerId="ADAL" clId="{23C840B2-036E-4C84-9BCD-E46F46244F1C}" dt="2025-09-26T14:02:54.668" v="175" actId="47"/>
        <pc:sldMkLst>
          <pc:docMk/>
          <pc:sldMk cId="3436326331" sldId="280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196034459" sldId="281"/>
        </pc:sldMkLst>
      </pc:sldChg>
      <pc:sldChg chg="delSp modSp add mod setBg">
        <pc:chgData name="Abhilash Puthanveettil Madathil" userId="d8011305-fc6a-4624-9916-5f1faf71aa6c" providerId="ADAL" clId="{23C840B2-036E-4C84-9BCD-E46F46244F1C}" dt="2025-09-26T14:01:23.287" v="174" actId="478"/>
        <pc:sldMkLst>
          <pc:docMk/>
          <pc:sldMk cId="2551227202" sldId="282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4238330889" sldId="283"/>
        </pc:sldMkLst>
      </pc:sldChg>
      <pc:sldChg chg="add">
        <pc:chgData name="Abhilash Puthanveettil Madathil" userId="d8011305-fc6a-4624-9916-5f1faf71aa6c" providerId="ADAL" clId="{23C840B2-036E-4C84-9BCD-E46F46244F1C}" dt="2025-09-24T11:29:22.824" v="117"/>
        <pc:sldMkLst>
          <pc:docMk/>
          <pc:sldMk cId="3752654621" sldId="284"/>
        </pc:sldMkLst>
      </pc:sldChg>
      <pc:sldChg chg="modSp mod">
        <pc:chgData name="Abhilash Puthanveettil Madathil" userId="d8011305-fc6a-4624-9916-5f1faf71aa6c" providerId="ADAL" clId="{23C840B2-036E-4C84-9BCD-E46F46244F1C}" dt="2025-09-26T14:03:30.326" v="185" actId="20577"/>
        <pc:sldMkLst>
          <pc:docMk/>
          <pc:sldMk cId="3516092615" sldId="5257"/>
        </pc:sldMkLst>
      </pc:sldChg>
      <pc:sldChg chg="del">
        <pc:chgData name="Abhilash Puthanveettil Madathil" userId="d8011305-fc6a-4624-9916-5f1faf71aa6c" providerId="ADAL" clId="{23C840B2-036E-4C84-9BCD-E46F46244F1C}" dt="2025-09-24T11:29:20.984" v="113" actId="47"/>
        <pc:sldMkLst>
          <pc:docMk/>
          <pc:sldMk cId="3296916716" sldId="5283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1180591358" sldId="5285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084917589" sldId="5287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2216905751" sldId="5288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2916486825" sldId="5289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3953965154" sldId="5290"/>
        </pc:sldMkLst>
      </pc:sldChg>
      <pc:sldChg chg="modSp del mod ord">
        <pc:chgData name="Abhilash Puthanveettil Madathil" userId="d8011305-fc6a-4624-9916-5f1faf71aa6c" providerId="ADAL" clId="{23C840B2-036E-4C84-9BCD-E46F46244F1C}" dt="2025-09-24T11:29:42.958" v="121" actId="47"/>
        <pc:sldMkLst>
          <pc:docMk/>
          <pc:sldMk cId="405584616" sldId="5291"/>
        </pc:sldMkLst>
      </pc:sldChg>
      <pc:sldChg chg="del">
        <pc:chgData name="Abhilash Puthanveettil Madathil" userId="d8011305-fc6a-4624-9916-5f1faf71aa6c" providerId="ADAL" clId="{23C840B2-036E-4C84-9BCD-E46F46244F1C}" dt="2025-09-26T14:01:12.635" v="171" actId="47"/>
        <pc:sldMkLst>
          <pc:docMk/>
          <pc:sldMk cId="332089294" sldId="5292"/>
        </pc:sldMkLst>
      </pc:sldChg>
      <pc:sldChg chg="del">
        <pc:chgData name="Abhilash Puthanveettil Madathil" userId="d8011305-fc6a-4624-9916-5f1faf71aa6c" providerId="ADAL" clId="{23C840B2-036E-4C84-9BCD-E46F46244F1C}" dt="2025-09-24T11:28:54.422" v="112" actId="47"/>
        <pc:sldMkLst>
          <pc:docMk/>
          <pc:sldMk cId="846205844" sldId="5293"/>
        </pc:sldMkLst>
      </pc:sldChg>
      <pc:sldChg chg="modSp add mod">
        <pc:chgData name="Abhilash Puthanveettil Madathil" userId="d8011305-fc6a-4624-9916-5f1faf71aa6c" providerId="ADAL" clId="{23C840B2-036E-4C84-9BCD-E46F46244F1C}" dt="2025-09-24T11:30:18.844" v="127" actId="1076"/>
        <pc:sldMkLst>
          <pc:docMk/>
          <pc:sldMk cId="1124895324" sldId="5293"/>
        </pc:sldMkLst>
      </pc:sldChg>
      <pc:sldChg chg="addSp new mod">
        <pc:chgData name="Abhilash Puthanveettil Madathil" userId="d8011305-fc6a-4624-9916-5f1faf71aa6c" providerId="ADAL" clId="{23C840B2-036E-4C84-9BCD-E46F46244F1C}" dt="2025-09-24T11:37:08.776" v="129" actId="22"/>
        <pc:sldMkLst>
          <pc:docMk/>
          <pc:sldMk cId="1814001132" sldId="5294"/>
        </pc:sldMkLst>
      </pc:sldChg>
      <pc:sldMasterChg chg="delSldLayout">
        <pc:chgData name="Abhilash Puthanveettil Madathil" userId="d8011305-fc6a-4624-9916-5f1faf71aa6c" providerId="ADAL" clId="{23C840B2-036E-4C84-9BCD-E46F46244F1C}" dt="2025-09-24T11:28:54.422" v="112" actId="47"/>
        <pc:sldMasterMkLst>
          <pc:docMk/>
          <pc:sldMasterMk cId="2866590782" sldId="2147483680"/>
        </pc:sldMasterMkLst>
        <pc:sldLayoutChg chg="del">
          <pc:chgData name="Abhilash Puthanveettil Madathil" userId="d8011305-fc6a-4624-9916-5f1faf71aa6c" providerId="ADAL" clId="{23C840B2-036E-4C84-9BCD-E46F46244F1C}" dt="2025-09-24T11:28:54.422" v="112" actId="47"/>
          <pc:sldLayoutMkLst>
            <pc:docMk/>
            <pc:sldMasterMk cId="2866590782" sldId="2147483680"/>
            <pc:sldLayoutMk cId="1324982829" sldId="2147483696"/>
          </pc:sldLayoutMkLst>
        </pc:sldLayoutChg>
        <pc:sldLayoutChg chg="del">
          <pc:chgData name="Abhilash Puthanveettil Madathil" userId="d8011305-fc6a-4624-9916-5f1faf71aa6c" providerId="ADAL" clId="{23C840B2-036E-4C84-9BCD-E46F46244F1C}" dt="2025-09-24T11:28:54.422" v="112" actId="47"/>
          <pc:sldLayoutMkLst>
            <pc:docMk/>
            <pc:sldMasterMk cId="2866590782" sldId="2147483680"/>
            <pc:sldLayoutMk cId="2671193305" sldId="2147483697"/>
          </pc:sldLayoutMkLst>
        </pc:sldLayoutChg>
      </pc:sldMasterChg>
    </pc:docChg>
  </pc:docChgLst>
  <pc:docChgLst>
    <pc:chgData name="Abhilash Puthanveettil Madathil" userId="d8011305-fc6a-4624-9916-5f1faf71aa6c" providerId="ADAL" clId="{BCB380B8-8802-407E-9B51-8CFA6E09186B}"/>
    <pc:docChg chg="undo custSel addSld delSld modSld sldOrd">
      <pc:chgData name="Abhilash Puthanveettil Madathil" userId="d8011305-fc6a-4624-9916-5f1faf71aa6c" providerId="ADAL" clId="{BCB380B8-8802-407E-9B51-8CFA6E09186B}" dt="2025-09-19T15:15:37.638" v="1401" actId="9405"/>
      <pc:docMkLst>
        <pc:docMk/>
      </pc:docMkLst>
      <pc:sldChg chg="modSp mod">
        <pc:chgData name="Abhilash Puthanveettil Madathil" userId="d8011305-fc6a-4624-9916-5f1faf71aa6c" providerId="ADAL" clId="{BCB380B8-8802-407E-9B51-8CFA6E09186B}" dt="2025-09-19T11:02:25.804" v="1092" actId="20577"/>
        <pc:sldMkLst>
          <pc:docMk/>
          <pc:sldMk cId="1907673375" sldId="257"/>
        </pc:sldMkLst>
      </pc:sldChg>
      <pc:sldChg chg="addSp modSp mod">
        <pc:chgData name="Abhilash Puthanveettil Madathil" userId="d8011305-fc6a-4624-9916-5f1faf71aa6c" providerId="ADAL" clId="{BCB380B8-8802-407E-9B51-8CFA6E09186B}" dt="2025-09-19T11:30:47.965" v="1375" actId="20577"/>
        <pc:sldMkLst>
          <pc:docMk/>
          <pc:sldMk cId="1235313199" sldId="258"/>
        </pc:sldMkLst>
      </pc:sldChg>
      <pc:sldChg chg="modSp mod">
        <pc:chgData name="Abhilash Puthanveettil Madathil" userId="d8011305-fc6a-4624-9916-5f1faf71aa6c" providerId="ADAL" clId="{BCB380B8-8802-407E-9B51-8CFA6E09186B}" dt="2025-09-19T11:01:25.468" v="1082" actId="14100"/>
        <pc:sldMkLst>
          <pc:docMk/>
          <pc:sldMk cId="3946753422" sldId="262"/>
        </pc:sldMkLst>
      </pc:sldChg>
      <pc:sldChg chg="addSp delSp modSp mod">
        <pc:chgData name="Abhilash Puthanveettil Madathil" userId="d8011305-fc6a-4624-9916-5f1faf71aa6c" providerId="ADAL" clId="{BCB380B8-8802-407E-9B51-8CFA6E09186B}" dt="2025-09-19T11:30:08.007" v="1367" actId="20577"/>
        <pc:sldMkLst>
          <pc:docMk/>
          <pc:sldMk cId="1501806569" sldId="264"/>
        </pc:sldMkLst>
      </pc:sldChg>
      <pc:sldChg chg="addSp modSp mod">
        <pc:chgData name="Abhilash Puthanveettil Madathil" userId="d8011305-fc6a-4624-9916-5f1faf71aa6c" providerId="ADAL" clId="{BCB380B8-8802-407E-9B51-8CFA6E09186B}" dt="2025-09-18T05:50:04.387" v="462" actId="20577"/>
        <pc:sldMkLst>
          <pc:docMk/>
          <pc:sldMk cId="4155161756" sldId="265"/>
        </pc:sldMkLst>
      </pc:sldChg>
      <pc:sldChg chg="modSp mod">
        <pc:chgData name="Abhilash Puthanveettil Madathil" userId="d8011305-fc6a-4624-9916-5f1faf71aa6c" providerId="ADAL" clId="{BCB380B8-8802-407E-9B51-8CFA6E09186B}" dt="2025-09-19T11:23:48.653" v="1172" actId="27636"/>
        <pc:sldMkLst>
          <pc:docMk/>
          <pc:sldMk cId="3516092615" sldId="5257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961750020" sldId="5273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200159108" sldId="5274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465983915" sldId="5275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44286736" sldId="5276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285627370" sldId="5277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919837406" sldId="5278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282305084" sldId="5280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114895107" sldId="5281"/>
        </pc:sldMkLst>
      </pc:sldChg>
      <pc:sldChg chg="modSp mod">
        <pc:chgData name="Abhilash Puthanveettil Madathil" userId="d8011305-fc6a-4624-9916-5f1faf71aa6c" providerId="ADAL" clId="{BCB380B8-8802-407E-9B51-8CFA6E09186B}" dt="2025-09-19T13:54:42.706" v="1394" actId="20577"/>
        <pc:sldMkLst>
          <pc:docMk/>
          <pc:sldMk cId="3296916716" sldId="5283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278409490" sldId="5284"/>
        </pc:sldMkLst>
      </pc:sldChg>
      <pc:sldChg chg="modSp mod">
        <pc:chgData name="Abhilash Puthanveettil Madathil" userId="d8011305-fc6a-4624-9916-5f1faf71aa6c" providerId="ADAL" clId="{BCB380B8-8802-407E-9B51-8CFA6E09186B}" dt="2025-09-19T11:00:42.959" v="1079" actId="20577"/>
        <pc:sldMkLst>
          <pc:docMk/>
          <pc:sldMk cId="1180591358" sldId="5285"/>
        </pc:sldMkLst>
      </pc:sldChg>
      <pc:sldChg chg="modSp new del mod">
        <pc:chgData name="Abhilash Puthanveettil Madathil" userId="d8011305-fc6a-4624-9916-5f1faf71aa6c" providerId="ADAL" clId="{BCB380B8-8802-407E-9B51-8CFA6E09186B}" dt="2025-09-18T06:17:49.884" v="483" actId="47"/>
        <pc:sldMkLst>
          <pc:docMk/>
          <pc:sldMk cId="2189599444" sldId="5286"/>
        </pc:sldMkLst>
      </pc:sldChg>
      <pc:sldChg chg="del">
        <pc:chgData name="Abhilash Puthanveettil Madathil" userId="d8011305-fc6a-4624-9916-5f1faf71aa6c" providerId="ADAL" clId="{BCB380B8-8802-407E-9B51-8CFA6E09186B}" dt="2025-09-17T11:48:03.416" v="6" actId="47"/>
        <pc:sldMkLst>
          <pc:docMk/>
          <pc:sldMk cId="3712259471" sldId="5286"/>
        </pc:sldMkLst>
      </pc:sldChg>
      <pc:sldChg chg="addSp modSp new mod ord">
        <pc:chgData name="Abhilash Puthanveettil Madathil" userId="d8011305-fc6a-4624-9916-5f1faf71aa6c" providerId="ADAL" clId="{BCB380B8-8802-407E-9B51-8CFA6E09186B}" dt="2025-09-19T10:56:26.997" v="943"/>
        <pc:sldMkLst>
          <pc:docMk/>
          <pc:sldMk cId="3084917589" sldId="5287"/>
        </pc:sldMkLst>
      </pc:sldChg>
      <pc:sldChg chg="addSp delSp modSp add mod ord">
        <pc:chgData name="Abhilash Puthanveettil Madathil" userId="d8011305-fc6a-4624-9916-5f1faf71aa6c" providerId="ADAL" clId="{BCB380B8-8802-407E-9B51-8CFA6E09186B}" dt="2025-09-19T10:56:26.997" v="943"/>
        <pc:sldMkLst>
          <pc:docMk/>
          <pc:sldMk cId="2216905751" sldId="5288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9T15:15:37.638" v="1401" actId="9405"/>
        <pc:sldMkLst>
          <pc:docMk/>
          <pc:sldMk cId="2916486825" sldId="5289"/>
        </pc:sldMkLst>
      </pc:sldChg>
      <pc:sldChg chg="addSp delSp modSp new mod ord modClrScheme chgLayout">
        <pc:chgData name="Abhilash Puthanveettil Madathil" userId="d8011305-fc6a-4624-9916-5f1faf71aa6c" providerId="ADAL" clId="{BCB380B8-8802-407E-9B51-8CFA6E09186B}" dt="2025-09-19T11:17:30.345" v="1167" actId="20577"/>
        <pc:sldMkLst>
          <pc:docMk/>
          <pc:sldMk cId="3953965154" sldId="5290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8T11:03:44.624" v="584" actId="962"/>
        <pc:sldMkLst>
          <pc:docMk/>
          <pc:sldMk cId="405584616" sldId="5291"/>
        </pc:sldMkLst>
      </pc:sldChg>
      <pc:sldChg chg="addSp delSp modSp new mod">
        <pc:chgData name="Abhilash Puthanveettil Madathil" userId="d8011305-fc6a-4624-9916-5f1faf71aa6c" providerId="ADAL" clId="{BCB380B8-8802-407E-9B51-8CFA6E09186B}" dt="2025-09-18T11:06:43.658" v="591" actId="1076"/>
        <pc:sldMkLst>
          <pc:docMk/>
          <pc:sldMk cId="332089294" sldId="5292"/>
        </pc:sldMkLst>
      </pc:sldChg>
      <pc:sldChg chg="addSp delSp modSp new mod modClrScheme chgLayout">
        <pc:chgData name="Abhilash Puthanveettil Madathil" userId="d8011305-fc6a-4624-9916-5f1faf71aa6c" providerId="ADAL" clId="{BCB380B8-8802-407E-9B51-8CFA6E09186B}" dt="2025-09-19T10:08:01.080" v="664" actId="20577"/>
        <pc:sldMkLst>
          <pc:docMk/>
          <pc:sldMk cId="846205844" sldId="5293"/>
        </pc:sldMkLst>
      </pc:sldChg>
    </pc:docChg>
  </pc:docChgLst>
  <pc:docChgLst>
    <pc:chgData name="Abhilash Puthanveettil Madathil" userId="d8011305-fc6a-4624-9916-5f1faf71aa6c" providerId="ADAL" clId="{C4AEB7AB-C593-47B2-BC09-31185AC28555}"/>
    <pc:docChg chg="undo custSel addSld delSld modSld sldOrd">
      <pc:chgData name="Abhilash Puthanveettil Madathil" userId="d8011305-fc6a-4624-9916-5f1faf71aa6c" providerId="ADAL" clId="{C4AEB7AB-C593-47B2-BC09-31185AC28555}" dt="2025-08-29T15:54:54.518" v="4865" actId="14100"/>
      <pc:docMkLst>
        <pc:docMk/>
      </pc:docMkLst>
      <pc:sldChg chg="modSp mod modTransition">
        <pc:chgData name="Abhilash Puthanveettil Madathil" userId="d8011305-fc6a-4624-9916-5f1faf71aa6c" providerId="ADAL" clId="{C4AEB7AB-C593-47B2-BC09-31185AC28555}" dt="2025-08-29T09:25:32.046" v="4669" actId="404"/>
        <pc:sldMkLst>
          <pc:docMk/>
          <pc:sldMk cId="1907673375" sldId="257"/>
        </pc:sldMkLst>
      </pc:sldChg>
      <pc:sldChg chg="modSp add mod modTransition">
        <pc:chgData name="Abhilash Puthanveettil Madathil" userId="d8011305-fc6a-4624-9916-5f1faf71aa6c" providerId="ADAL" clId="{C4AEB7AB-C593-47B2-BC09-31185AC28555}" dt="2025-08-28T14:58:32.397" v="4580" actId="14100"/>
        <pc:sldMkLst>
          <pc:docMk/>
          <pc:sldMk cId="2749156522" sldId="259"/>
        </pc:sldMkLst>
      </pc:sldChg>
      <pc:sldChg chg="addSp delSp modSp add mod ord modTransition">
        <pc:chgData name="Abhilash Puthanveettil Madathil" userId="d8011305-fc6a-4624-9916-5f1faf71aa6c" providerId="ADAL" clId="{C4AEB7AB-C593-47B2-BC09-31185AC28555}" dt="2025-08-28T14:51:17.477" v="4558" actId="1076"/>
        <pc:sldMkLst>
          <pc:docMk/>
          <pc:sldMk cId="2843819804" sldId="262"/>
        </pc:sldMkLst>
      </pc:sldChg>
      <pc:sldChg chg="addSp delSp modSp add mod modTransition">
        <pc:chgData name="Abhilash Puthanveettil Madathil" userId="d8011305-fc6a-4624-9916-5f1faf71aa6c" providerId="ADAL" clId="{C4AEB7AB-C593-47B2-BC09-31185AC28555}" dt="2025-08-28T11:51:43.994" v="3164" actId="207"/>
        <pc:sldMkLst>
          <pc:docMk/>
          <pc:sldMk cId="3983546814" sldId="263"/>
        </pc:sldMkLst>
      </pc:sldChg>
      <pc:sldChg chg="addSp delSp modSp add mod modTransition modClrScheme chgLayout">
        <pc:chgData name="Abhilash Puthanveettil Madathil" userId="d8011305-fc6a-4624-9916-5f1faf71aa6c" providerId="ADAL" clId="{C4AEB7AB-C593-47B2-BC09-31185AC28555}" dt="2025-08-29T08:48:59.262" v="4590" actId="20577"/>
        <pc:sldMkLst>
          <pc:docMk/>
          <pc:sldMk cId="39235005" sldId="26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203279357" sldId="516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070675377" sldId="523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842166683" sldId="5232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720241955" sldId="523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412982194" sldId="5237"/>
        </pc:sldMkLst>
      </pc:sldChg>
      <pc:sldChg chg="delSp modSp add mod ord modTransition">
        <pc:chgData name="Abhilash Puthanveettil Madathil" userId="d8011305-fc6a-4624-9916-5f1faf71aa6c" providerId="ADAL" clId="{C4AEB7AB-C593-47B2-BC09-31185AC28555}" dt="2025-08-29T10:48:05.458" v="4770" actId="1076"/>
        <pc:sldMkLst>
          <pc:docMk/>
          <pc:sldMk cId="830544612" sldId="523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371333297" sldId="5238"/>
        </pc:sldMkLst>
      </pc:sldChg>
      <pc:sldChg chg="addSp modSp new mod modTransition">
        <pc:chgData name="Abhilash Puthanveettil Madathil" userId="d8011305-fc6a-4624-9916-5f1faf71aa6c" providerId="ADAL" clId="{C4AEB7AB-C593-47B2-BC09-31185AC28555}" dt="2025-08-27T14:49:04.270" v="2754"/>
        <pc:sldMkLst>
          <pc:docMk/>
          <pc:sldMk cId="24211103" sldId="5239"/>
        </pc:sldMkLst>
      </pc:sldChg>
      <pc:sldChg chg="new del">
        <pc:chgData name="Abhilash Puthanveettil Madathil" userId="d8011305-fc6a-4624-9916-5f1faf71aa6c" providerId="ADAL" clId="{C4AEB7AB-C593-47B2-BC09-31185AC28555}" dt="2025-08-22T10:40:37.240" v="232" actId="680"/>
        <pc:sldMkLst>
          <pc:docMk/>
          <pc:sldMk cId="1850402077" sldId="523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407396153" sldId="5239"/>
        </pc:sldMkLst>
      </pc:sldChg>
      <pc:sldChg chg="addSp modSp new mod modTransition modClrScheme chgLayout">
        <pc:chgData name="Abhilash Puthanveettil Madathil" userId="d8011305-fc6a-4624-9916-5f1faf71aa6c" providerId="ADAL" clId="{C4AEB7AB-C593-47B2-BC09-31185AC28555}" dt="2025-08-28T14:06:41.968" v="4488" actId="14100"/>
        <pc:sldMkLst>
          <pc:docMk/>
          <pc:sldMk cId="424486533" sldId="524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704050280" sldId="5240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8T14:27:49.182" v="4512" actId="14100"/>
        <pc:sldMkLst>
          <pc:docMk/>
          <pc:sldMk cId="1888016838" sldId="524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482186192" sldId="524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709397000" sldId="5242"/>
        </pc:sldMkLst>
      </pc:sldChg>
      <pc:sldChg chg="addSp delSp modSp new mod ord modTransition">
        <pc:chgData name="Abhilash Puthanveettil Madathil" userId="d8011305-fc6a-4624-9916-5f1faf71aa6c" providerId="ADAL" clId="{C4AEB7AB-C593-47B2-BC09-31185AC28555}" dt="2025-08-28T11:49:41.930" v="3150" actId="14100"/>
        <pc:sldMkLst>
          <pc:docMk/>
          <pc:sldMk cId="1985867615" sldId="5242"/>
        </pc:sldMkLst>
      </pc:sldChg>
      <pc:sldChg chg="addSp modSp new mod modTransition">
        <pc:chgData name="Abhilash Puthanveettil Madathil" userId="d8011305-fc6a-4624-9916-5f1faf71aa6c" providerId="ADAL" clId="{C4AEB7AB-C593-47B2-BC09-31185AC28555}" dt="2025-08-28T14:43:34.241" v="4552" actId="1076"/>
        <pc:sldMkLst>
          <pc:docMk/>
          <pc:sldMk cId="1040671412" sldId="5243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13:58:09.292" v="4389" actId="21"/>
        <pc:sldMkLst>
          <pc:docMk/>
          <pc:sldMk cId="872343653" sldId="524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235250842" sldId="5244"/>
        </pc:sldMkLst>
      </pc:sldChg>
      <pc:sldChg chg="new del">
        <pc:chgData name="Abhilash Puthanveettil Madathil" userId="d8011305-fc6a-4624-9916-5f1faf71aa6c" providerId="ADAL" clId="{C4AEB7AB-C593-47B2-BC09-31185AC28555}" dt="2025-08-22T11:02:13.927" v="1163" actId="47"/>
        <pc:sldMkLst>
          <pc:docMk/>
          <pc:sldMk cId="3261160817" sldId="524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310637141" sldId="5245"/>
        </pc:sldMkLst>
      </pc:sldChg>
      <pc:sldChg chg="addSp delSp modSp add mod modTransition">
        <pc:chgData name="Abhilash Puthanveettil Madathil" userId="d8011305-fc6a-4624-9916-5f1faf71aa6c" providerId="ADAL" clId="{C4AEB7AB-C593-47B2-BC09-31185AC28555}" dt="2025-08-28T14:59:38.592" v="4581" actId="404"/>
        <pc:sldMkLst>
          <pc:docMk/>
          <pc:sldMk cId="3093455659" sldId="5246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8T11:50:26.722" v="3158" actId="14100"/>
        <pc:sldMkLst>
          <pc:docMk/>
          <pc:sldMk cId="3488900210" sldId="5247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14:41:47.748" v="4543" actId="1076"/>
        <pc:sldMkLst>
          <pc:docMk/>
          <pc:sldMk cId="710305279" sldId="5248"/>
        </pc:sldMkLst>
      </pc:sldChg>
      <pc:sldChg chg="addSp delSp modSp del mod chgLayout">
        <pc:chgData name="Abhilash Puthanveettil Madathil" userId="d8011305-fc6a-4624-9916-5f1faf71aa6c" providerId="ADAL" clId="{C4AEB7AB-C593-47B2-BC09-31185AC28555}" dt="2025-08-22T10:38:10.060" v="201" actId="47"/>
        <pc:sldMkLst>
          <pc:docMk/>
          <pc:sldMk cId="1935553133" sldId="524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21771053" sldId="5249"/>
        </pc:sldMkLst>
      </pc:sldChg>
      <pc:sldChg chg="addSp delSp modSp new del mod">
        <pc:chgData name="Abhilash Puthanveettil Madathil" userId="d8011305-fc6a-4624-9916-5f1faf71aa6c" providerId="ADAL" clId="{C4AEB7AB-C593-47B2-BC09-31185AC28555}" dt="2025-08-26T13:24:03.297" v="2364" actId="47"/>
        <pc:sldMkLst>
          <pc:docMk/>
          <pc:sldMk cId="217254541" sldId="5249"/>
        </pc:sldMkLst>
      </pc:sldChg>
      <pc:sldChg chg="addSp delSp modSp new mod modTransition">
        <pc:chgData name="Abhilash Puthanveettil Madathil" userId="d8011305-fc6a-4624-9916-5f1faf71aa6c" providerId="ADAL" clId="{C4AEB7AB-C593-47B2-BC09-31185AC28555}" dt="2025-08-28T08:35:27.685" v="2792" actId="20577"/>
        <pc:sldMkLst>
          <pc:docMk/>
          <pc:sldMk cId="1364485425" sldId="5249"/>
        </pc:sldMkLst>
      </pc:sldChg>
      <pc:sldChg chg="addSp delSp modSp new mod modTransition modAnim">
        <pc:chgData name="Abhilash Puthanveettil Madathil" userId="d8011305-fc6a-4624-9916-5f1faf71aa6c" providerId="ADAL" clId="{C4AEB7AB-C593-47B2-BC09-31185AC28555}" dt="2025-08-29T10:41:37.038" v="4760" actId="108"/>
        <pc:sldMkLst>
          <pc:docMk/>
          <pc:sldMk cId="309449199" sldId="525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265786797" sldId="5250"/>
        </pc:sldMkLst>
      </pc:sldChg>
      <pc:sldChg chg="add">
        <pc:chgData name="Abhilash Puthanveettil Madathil" userId="d8011305-fc6a-4624-9916-5f1faf71aa6c" providerId="ADAL" clId="{C4AEB7AB-C593-47B2-BC09-31185AC28555}" dt="2025-08-28T08:36:30.863" v="2810"/>
        <pc:sldMkLst>
          <pc:docMk/>
          <pc:sldMk cId="2770934003" sldId="525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782263483" sldId="525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265455841" sldId="5252"/>
        </pc:sldMkLst>
      </pc:sldChg>
      <pc:sldChg chg="modSp add mod">
        <pc:chgData name="Abhilash Puthanveettil Madathil" userId="d8011305-fc6a-4624-9916-5f1faf71aa6c" providerId="ADAL" clId="{C4AEB7AB-C593-47B2-BC09-31185AC28555}" dt="2025-08-29T09:38:25.897" v="4733" actId="20577"/>
        <pc:sldMkLst>
          <pc:docMk/>
          <pc:sldMk cId="3833758513" sldId="5252"/>
        </pc:sldMkLst>
      </pc:sldChg>
      <pc:sldChg chg="new del">
        <pc:chgData name="Abhilash Puthanveettil Madathil" userId="d8011305-fc6a-4624-9916-5f1faf71aa6c" providerId="ADAL" clId="{C4AEB7AB-C593-47B2-BC09-31185AC28555}" dt="2025-08-28T12:22:42.394" v="3994" actId="47"/>
        <pc:sldMkLst>
          <pc:docMk/>
          <pc:sldMk cId="1110800065" sldId="5253"/>
        </pc:sldMkLst>
      </pc:sldChg>
      <pc:sldChg chg="modSp add del mod">
        <pc:chgData name="Abhilash Puthanveettil Madathil" userId="d8011305-fc6a-4624-9916-5f1faf71aa6c" providerId="ADAL" clId="{C4AEB7AB-C593-47B2-BC09-31185AC28555}" dt="2025-08-28T12:09:30.886" v="3428" actId="47"/>
        <pc:sldMkLst>
          <pc:docMk/>
          <pc:sldMk cId="1920247083" sldId="525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27390153" sldId="525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443457900" sldId="5254"/>
        </pc:sldMkLst>
      </pc:sldChg>
      <pc:sldChg chg="addSp delSp modSp add mod">
        <pc:chgData name="Abhilash Puthanveettil Madathil" userId="d8011305-fc6a-4624-9916-5f1faf71aa6c" providerId="ADAL" clId="{C4AEB7AB-C593-47B2-BC09-31185AC28555}" dt="2025-08-29T10:54:32.076" v="4864" actId="20577"/>
        <pc:sldMkLst>
          <pc:docMk/>
          <pc:sldMk cId="3216463083" sldId="5254"/>
        </pc:sldMkLst>
      </pc:sldChg>
      <pc:sldChg chg="new del">
        <pc:chgData name="Abhilash Puthanveettil Madathil" userId="d8011305-fc6a-4624-9916-5f1faf71aa6c" providerId="ADAL" clId="{C4AEB7AB-C593-47B2-BC09-31185AC28555}" dt="2025-08-28T12:54:50.811" v="4066" actId="47"/>
        <pc:sldMkLst>
          <pc:docMk/>
          <pc:sldMk cId="1984947016" sldId="5255"/>
        </pc:sldMkLst>
      </pc:sldChg>
      <pc:sldChg chg="addSp delSp modSp add mod">
        <pc:chgData name="Abhilash Puthanveettil Madathil" userId="d8011305-fc6a-4624-9916-5f1faf71aa6c" providerId="ADAL" clId="{C4AEB7AB-C593-47B2-BC09-31185AC28555}" dt="2025-08-29T15:54:54.518" v="4865" actId="14100"/>
        <pc:sldMkLst>
          <pc:docMk/>
          <pc:sldMk cId="2994739329" sldId="5255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076644509" sldId="5255"/>
        </pc:sldMkLst>
      </pc:sldChg>
      <pc:sldChg chg="addSp delSp modSp new mod">
        <pc:chgData name="Abhilash Puthanveettil Madathil" userId="d8011305-fc6a-4624-9916-5f1faf71aa6c" providerId="ADAL" clId="{C4AEB7AB-C593-47B2-BC09-31185AC28555}" dt="2025-08-28T14:03:45.018" v="4486" actId="1076"/>
        <pc:sldMkLst>
          <pc:docMk/>
          <pc:sldMk cId="470072454" sldId="5256"/>
        </pc:sldMkLst>
      </pc:sldChg>
      <pc:sldChg chg="add del">
        <pc:chgData name="Abhilash Puthanveettil Madathil" userId="d8011305-fc6a-4624-9916-5f1faf71aa6c" providerId="ADAL" clId="{C4AEB7AB-C593-47B2-BC09-31185AC28555}" dt="2025-08-28T12:56:34.185" v="4067" actId="47"/>
        <pc:sldMkLst>
          <pc:docMk/>
          <pc:sldMk cId="3234830069" sldId="5256"/>
        </pc:sldMkLst>
      </pc:sldChg>
      <pc:sldChg chg="addSp delSp modSp new mod">
        <pc:chgData name="Abhilash Puthanveettil Madathil" userId="d8011305-fc6a-4624-9916-5f1faf71aa6c" providerId="ADAL" clId="{C4AEB7AB-C593-47B2-BC09-31185AC28555}" dt="2025-08-29T10:39:20.080" v="4759" actId="1076"/>
        <pc:sldMkLst>
          <pc:docMk/>
          <pc:sldMk cId="966834390" sldId="5257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499419050" sldId="5257"/>
        </pc:sldMkLst>
      </pc:sldChg>
      <pc:sldChg chg="new del">
        <pc:chgData name="Abhilash Puthanveettil Madathil" userId="d8011305-fc6a-4624-9916-5f1faf71aa6c" providerId="ADAL" clId="{C4AEB7AB-C593-47B2-BC09-31185AC28555}" dt="2025-08-29T10:47:10.655" v="4765" actId="47"/>
        <pc:sldMkLst>
          <pc:docMk/>
          <pc:sldMk cId="1394798472" sldId="525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59516012" sldId="5258"/>
        </pc:sldMkLst>
      </pc:sldChg>
      <pc:sldChg chg="addSp delSp modSp new del mod modClrScheme chgLayout">
        <pc:chgData name="Abhilash Puthanveettil Madathil" userId="d8011305-fc6a-4624-9916-5f1faf71aa6c" providerId="ADAL" clId="{C4AEB7AB-C593-47B2-BC09-31185AC28555}" dt="2025-08-29T10:42:31.383" v="4761" actId="47"/>
        <pc:sldMkLst>
          <pc:docMk/>
          <pc:sldMk cId="3173915386" sldId="5258"/>
        </pc:sldMkLst>
      </pc:sldChg>
      <pc:sldChg chg="new del">
        <pc:chgData name="Abhilash Puthanveettil Madathil" userId="d8011305-fc6a-4624-9916-5f1faf71aa6c" providerId="ADAL" clId="{C4AEB7AB-C593-47B2-BC09-31185AC28555}" dt="2025-08-29T10:47:04.868" v="4763" actId="47"/>
        <pc:sldMkLst>
          <pc:docMk/>
          <pc:sldMk cId="3586304989" sldId="5258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115754246" sldId="5259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9053534" sldId="5260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2777525729" sldId="5261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1386602190" sldId="5262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042321857" sldId="5263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570603677" sldId="5264"/>
        </pc:sldMkLst>
      </pc:sldChg>
      <pc:sldChg chg="del">
        <pc:chgData name="Abhilash Puthanveettil Madathil" userId="d8011305-fc6a-4624-9916-5f1faf71aa6c" providerId="ADAL" clId="{C4AEB7AB-C593-47B2-BC09-31185AC28555}" dt="2025-08-22T10:36:54.586" v="179" actId="47"/>
        <pc:sldMkLst>
          <pc:docMk/>
          <pc:sldMk cId="3669718292" sldId="5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2D4AC-FDE1-4859-9B97-5383E64BFF81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6F4C5-6B97-4769-8730-C90D4D935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99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13B8D9-E454-1E4A-BB8A-3D304A3417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72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Scaling,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4D2D0-D418-4808-B375-A8CA0BAF908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349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384C-27DB-763C-BC42-3F4A6C943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7C64F-42F2-8AE0-3181-45C740986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63FE-9A74-9FC9-67A0-7EADB126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17D61-D163-92B2-B75F-135DBFB9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4948B-79A3-2352-1A38-94C17B72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85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F959-DEEA-5CF9-AECA-C8D05C18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E1EC-B19A-A345-F578-8C53C832D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C4774-26B9-7813-10A1-5DADBFE7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3C28C-ADCB-22C2-AA43-2D286C0A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19FA2-CB9E-A964-BCD2-AE1CADA5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7AFA2-64D3-3B9F-CF1F-906B6D04F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C41A7-14A3-2734-8214-A3515CC7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82AD5-3464-0B16-07D5-BACE1F5A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B4212-7711-6908-C234-F0BFC229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86FD-BAA3-D9E2-D2D2-87F57B53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369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C761-2679-E956-5A74-7629E7DB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7A84-8D10-C8CE-4920-8DE73F284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7E709-1B28-D22A-EACE-12D335293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2CA69-3A4A-1E66-68CE-39D94509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06B3D2-2A37-A6E0-CC99-B4B6F811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7EC69-6723-CFDF-4385-D1F0E262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6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5E3D-A43F-4C92-F016-3E449A54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85E97-EDD1-3519-D14D-5BF8C4CC6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1B803-3D68-604A-8DFC-912A6371D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7F7D4-99FA-613C-00BE-F6B2A07F5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FAE22C-AC28-5241-7365-574998E4F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701E1-EB98-132F-C3B7-37A46D52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BDABF-932D-2E50-5FB8-B7B1B6F0D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0CCA6-4BA7-413E-1773-1D828F50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73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87AE-8F0C-08DF-FC15-71FC0AF8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8D390-13A9-B4D2-9988-E6D0B8E6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C13AD-3509-5FE1-4494-2ABCB4E4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0EFE6-8101-03EF-B8C2-9652512D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1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6DB4D-932C-CDC6-F63A-09709E7D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49DE3-D8AF-72BB-E5AA-F369E4ED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76096-B08B-1A74-C72C-6099FE44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53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30077-06FA-3F75-363F-652068A3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E6E7-396C-EF3F-2E57-60C19206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CF30E-AF39-9CF5-9CB3-3B53A4B63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907C7-6669-3EFD-5E74-B1FECC0C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56133-8252-13C9-7D8D-BDA08228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209EF-6477-D7D4-DB09-4BDE3844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32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6717B-ADD8-51F3-BFD2-BEBAEE53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3118E8-9E3D-3D90-388F-ADA244F4C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B7582-CA1F-97A9-5348-A07F1D81F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12709-610F-0660-8C0D-7F57389A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CD9B9-B6E8-0147-A9C9-C62BB9BB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5A6AA-4617-7B44-8128-CDEA28BB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46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1B14-E76D-D1B0-CD4B-6750CCDF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892CB-5545-B7F6-C8B1-AAC53F1FF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85940-DC2C-9531-EFA2-C3A78FE2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5E816-A16E-3FBF-98FF-36A15EAC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36721-E357-D836-4EBA-DA4A853A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90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3A5A2-2FB1-9F36-7FEB-931EE2A90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48B4D-763A-8FBA-07C8-554355F38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B3C20-BD86-2228-C1F1-30538B26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BD76-E5D7-4B43-5644-2D2743FD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9424D-2DAF-F879-5462-320EA87F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698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EDB0DD1-62F4-7147-9938-966A5499D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 descr="A close up of a card&#10;&#10;Description automatically generated">
            <a:extLst>
              <a:ext uri="{FF2B5EF4-FFF2-40B4-BE49-F238E27FC236}">
                <a16:creationId xmlns:a16="http://schemas.microsoft.com/office/drawing/2014/main" id="{4AB17E63-E669-A14A-9A7B-25010612F3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74200" y="4153452"/>
            <a:ext cx="2717800" cy="27178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B6D0F0A-3BBD-0B4E-A642-21BE41249B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0"/>
            <a:ext cx="8750935" cy="6878320"/>
          </a:xfrm>
          <a:custGeom>
            <a:avLst/>
            <a:gdLst>
              <a:gd name="connsiteX0" fmla="*/ 6858000 w 8750935"/>
              <a:gd name="connsiteY0" fmla="*/ 0 h 6878320"/>
              <a:gd name="connsiteX1" fmla="*/ 8740775 w 8750935"/>
              <a:gd name="connsiteY1" fmla="*/ 0 h 6878320"/>
              <a:gd name="connsiteX2" fmla="*/ 8750935 w 8750935"/>
              <a:gd name="connsiteY2" fmla="*/ 4216400 h 6878320"/>
              <a:gd name="connsiteX3" fmla="*/ 8745855 w 8750935"/>
              <a:gd name="connsiteY3" fmla="*/ 5543550 h 6878320"/>
              <a:gd name="connsiteX4" fmla="*/ 8745855 w 8750935"/>
              <a:gd name="connsiteY4" fmla="*/ 4221163 h 6878320"/>
              <a:gd name="connsiteX5" fmla="*/ 6088813 w 8750935"/>
              <a:gd name="connsiteY5" fmla="*/ 6878206 h 6878320"/>
              <a:gd name="connsiteX6" fmla="*/ 6048375 w 8750935"/>
              <a:gd name="connsiteY6" fmla="*/ 6878320 h 6878320"/>
              <a:gd name="connsiteX7" fmla="*/ 0 w 8750935"/>
              <a:gd name="connsiteY7" fmla="*/ 6870700 h 687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0935" h="6878320">
                <a:moveTo>
                  <a:pt x="6858000" y="0"/>
                </a:moveTo>
                <a:lnTo>
                  <a:pt x="8740775" y="0"/>
                </a:lnTo>
                <a:cubicBezTo>
                  <a:pt x="8744162" y="1405467"/>
                  <a:pt x="8747548" y="2810933"/>
                  <a:pt x="8750935" y="4216400"/>
                </a:cubicBezTo>
                <a:lnTo>
                  <a:pt x="8745855" y="5543550"/>
                </a:lnTo>
                <a:lnTo>
                  <a:pt x="8745855" y="4221163"/>
                </a:lnTo>
                <a:lnTo>
                  <a:pt x="6088813" y="6878206"/>
                </a:lnTo>
                <a:lnTo>
                  <a:pt x="6048375" y="6878320"/>
                </a:lnTo>
                <a:lnTo>
                  <a:pt x="0" y="68707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9B2EF-CCE9-FD4E-BD90-0A7C93D166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" y="2422165"/>
            <a:ext cx="5815330" cy="1213803"/>
          </a:xfrm>
        </p:spPr>
        <p:txBody>
          <a:bodyPr lIns="0" rIns="90000" anchor="b">
            <a:normAutofit/>
          </a:bodyPr>
          <a:lstStyle>
            <a:lvl1pPr algn="l">
              <a:defRPr sz="4200" b="0">
                <a:solidFill>
                  <a:srgbClr val="3D4766"/>
                </a:solidFill>
              </a:defRPr>
            </a:lvl1pPr>
          </a:lstStyle>
          <a:p>
            <a:r>
              <a:rPr lang="en-GB"/>
              <a:t>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14B6B-62BC-D64B-A5A3-9D3C7B48E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320" y="3728044"/>
            <a:ext cx="5815330" cy="1655762"/>
          </a:xfrm>
        </p:spPr>
        <p:txBody>
          <a:bodyPr lIns="0" rIns="90000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2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  <p15:guide id="2" pos="2162">
          <p15:clr>
            <a:srgbClr val="FBAE40"/>
          </p15:clr>
        </p15:guide>
        <p15:guide id="3" pos="6494">
          <p15:clr>
            <a:srgbClr val="FBAE40"/>
          </p15:clr>
        </p15:guide>
        <p15:guide id="4" pos="600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64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EDB0DD1-62F4-7147-9938-966A5499D9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" name="Picture 17" descr="A close up of a card&#10;&#10;Description automatically generated">
            <a:extLst>
              <a:ext uri="{FF2B5EF4-FFF2-40B4-BE49-F238E27FC236}">
                <a16:creationId xmlns:a16="http://schemas.microsoft.com/office/drawing/2014/main" id="{4AB17E63-E669-A14A-9A7B-25010612F3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74200" y="4153452"/>
            <a:ext cx="2717800" cy="27178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B6D0F0A-3BBD-0B4E-A642-21BE41249B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1225" y="0"/>
            <a:ext cx="8750935" cy="6878320"/>
          </a:xfrm>
          <a:custGeom>
            <a:avLst/>
            <a:gdLst>
              <a:gd name="connsiteX0" fmla="*/ 6858000 w 8750935"/>
              <a:gd name="connsiteY0" fmla="*/ 0 h 6878320"/>
              <a:gd name="connsiteX1" fmla="*/ 8740775 w 8750935"/>
              <a:gd name="connsiteY1" fmla="*/ 0 h 6878320"/>
              <a:gd name="connsiteX2" fmla="*/ 8750935 w 8750935"/>
              <a:gd name="connsiteY2" fmla="*/ 4216400 h 6878320"/>
              <a:gd name="connsiteX3" fmla="*/ 8745855 w 8750935"/>
              <a:gd name="connsiteY3" fmla="*/ 5543550 h 6878320"/>
              <a:gd name="connsiteX4" fmla="*/ 8745855 w 8750935"/>
              <a:gd name="connsiteY4" fmla="*/ 4221163 h 6878320"/>
              <a:gd name="connsiteX5" fmla="*/ 6088813 w 8750935"/>
              <a:gd name="connsiteY5" fmla="*/ 6878206 h 6878320"/>
              <a:gd name="connsiteX6" fmla="*/ 6048375 w 8750935"/>
              <a:gd name="connsiteY6" fmla="*/ 6878320 h 6878320"/>
              <a:gd name="connsiteX7" fmla="*/ 0 w 8750935"/>
              <a:gd name="connsiteY7" fmla="*/ 6870700 h 687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0935" h="6878320">
                <a:moveTo>
                  <a:pt x="6858000" y="0"/>
                </a:moveTo>
                <a:lnTo>
                  <a:pt x="8740775" y="0"/>
                </a:lnTo>
                <a:cubicBezTo>
                  <a:pt x="8744162" y="1405467"/>
                  <a:pt x="8747548" y="2810933"/>
                  <a:pt x="8750935" y="4216400"/>
                </a:cubicBezTo>
                <a:lnTo>
                  <a:pt x="8745855" y="5543550"/>
                </a:lnTo>
                <a:lnTo>
                  <a:pt x="8745855" y="4221163"/>
                </a:lnTo>
                <a:lnTo>
                  <a:pt x="6088813" y="6878206"/>
                </a:lnTo>
                <a:lnTo>
                  <a:pt x="6048375" y="6878320"/>
                </a:lnTo>
                <a:lnTo>
                  <a:pt x="0" y="68707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9B2EF-CCE9-FD4E-BD90-0A7C93D166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" y="2422165"/>
            <a:ext cx="5815330" cy="1213803"/>
          </a:xfrm>
        </p:spPr>
        <p:txBody>
          <a:bodyPr lIns="0" rIns="90000" anchor="b">
            <a:normAutofit/>
          </a:bodyPr>
          <a:lstStyle>
            <a:lvl1pPr algn="l">
              <a:defRPr sz="4200" b="0">
                <a:solidFill>
                  <a:srgbClr val="3D4766"/>
                </a:solidFill>
              </a:defRPr>
            </a:lvl1pPr>
          </a:lstStyle>
          <a:p>
            <a:r>
              <a:rPr lang="en-GB"/>
              <a:t>Edit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14B6B-62BC-D64B-A5A3-9D3C7B48E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320" y="3728044"/>
            <a:ext cx="5815330" cy="1655762"/>
          </a:xfrm>
        </p:spPr>
        <p:txBody>
          <a:bodyPr lIns="0" rIns="90000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48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9">
          <p15:clr>
            <a:srgbClr val="FBAE40"/>
          </p15:clr>
        </p15:guide>
        <p15:guide id="2" pos="2162">
          <p15:clr>
            <a:srgbClr val="FBAE40"/>
          </p15:clr>
        </p15:guide>
        <p15:guide id="3" pos="6494">
          <p15:clr>
            <a:srgbClr val="FBAE40"/>
          </p15:clr>
        </p15:guide>
        <p15:guide id="4" pos="600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59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636E7766-7D03-774D-ABA1-AF8679BA6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085732" cy="1325563"/>
          </a:xfrm>
        </p:spPr>
        <p:txBody>
          <a:bodyPr lIns="0" r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1108573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CF25B22E-756E-9044-A4C4-0E028A5F9C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43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636E7766-7D03-774D-ABA1-AF8679BA6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CD2C50FB-3BCF-8146-8C21-DE6A381B98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C135C06-5B2A-3345-B7CD-1DDE09D8E2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9100" y="0"/>
            <a:ext cx="7962900" cy="6858000"/>
          </a:xfrm>
          <a:custGeom>
            <a:avLst/>
            <a:gdLst>
              <a:gd name="connsiteX0" fmla="*/ 6913562 w 8040687"/>
              <a:gd name="connsiteY0" fmla="*/ 0 h 6858000"/>
              <a:gd name="connsiteX1" fmla="*/ 8040687 w 8040687"/>
              <a:gd name="connsiteY1" fmla="*/ 0 h 6858000"/>
              <a:gd name="connsiteX2" fmla="*/ 8040687 w 8040687"/>
              <a:gd name="connsiteY2" fmla="*/ 5181600 h 6858000"/>
              <a:gd name="connsiteX3" fmla="*/ 6344835 w 8040687"/>
              <a:gd name="connsiteY3" fmla="*/ 6858000 h 6858000"/>
              <a:gd name="connsiteX4" fmla="*/ 8040687 w 8040687"/>
              <a:gd name="connsiteY4" fmla="*/ 6858000 h 6858000"/>
              <a:gd name="connsiteX5" fmla="*/ 8040687 w 8040687"/>
              <a:gd name="connsiteY5" fmla="*/ 6858000 h 6858000"/>
              <a:gd name="connsiteX6" fmla="*/ 0 w 80406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40687" h="6858000">
                <a:moveTo>
                  <a:pt x="6913562" y="0"/>
                </a:moveTo>
                <a:lnTo>
                  <a:pt x="8040687" y="0"/>
                </a:lnTo>
                <a:lnTo>
                  <a:pt x="8040687" y="5181600"/>
                </a:lnTo>
                <a:lnTo>
                  <a:pt x="6344835" y="6858000"/>
                </a:lnTo>
                <a:lnTo>
                  <a:pt x="8040687" y="6858000"/>
                </a:lnTo>
                <a:lnTo>
                  <a:pt x="8040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8389425" cy="1325563"/>
          </a:xfrm>
        </p:spPr>
        <p:txBody>
          <a:bodyPr lIns="0" r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7006102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0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64">
          <p15:clr>
            <a:srgbClr val="FBAE40"/>
          </p15:clr>
        </p15:guide>
        <p15:guide id="2" pos="2615">
          <p15:clr>
            <a:srgbClr val="FBAE40"/>
          </p15:clr>
        </p15:guide>
        <p15:guide id="3" pos="6970">
          <p15:clr>
            <a:srgbClr val="FBAE40"/>
          </p15:clr>
        </p15:guide>
        <p15:guide id="4" pos="663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2000EDA-9F4F-9A45-9B76-C92E208E5D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64D43C-BE8C-9743-943E-9B2BA74736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9100" y="0"/>
            <a:ext cx="7962900" cy="6858000"/>
          </a:xfrm>
          <a:custGeom>
            <a:avLst/>
            <a:gdLst>
              <a:gd name="connsiteX0" fmla="*/ 6913562 w 8040687"/>
              <a:gd name="connsiteY0" fmla="*/ 0 h 6858000"/>
              <a:gd name="connsiteX1" fmla="*/ 8040687 w 8040687"/>
              <a:gd name="connsiteY1" fmla="*/ 0 h 6858000"/>
              <a:gd name="connsiteX2" fmla="*/ 8040687 w 8040687"/>
              <a:gd name="connsiteY2" fmla="*/ 5181600 h 6858000"/>
              <a:gd name="connsiteX3" fmla="*/ 6344835 w 8040687"/>
              <a:gd name="connsiteY3" fmla="*/ 6858000 h 6858000"/>
              <a:gd name="connsiteX4" fmla="*/ 8040687 w 8040687"/>
              <a:gd name="connsiteY4" fmla="*/ 6858000 h 6858000"/>
              <a:gd name="connsiteX5" fmla="*/ 8040687 w 8040687"/>
              <a:gd name="connsiteY5" fmla="*/ 6858000 h 6858000"/>
              <a:gd name="connsiteX6" fmla="*/ 0 w 80406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40687" h="6858000">
                <a:moveTo>
                  <a:pt x="6913562" y="0"/>
                </a:moveTo>
                <a:lnTo>
                  <a:pt x="8040687" y="0"/>
                </a:lnTo>
                <a:lnTo>
                  <a:pt x="8040687" y="5181600"/>
                </a:lnTo>
                <a:lnTo>
                  <a:pt x="6344835" y="6858000"/>
                </a:lnTo>
                <a:lnTo>
                  <a:pt x="8040687" y="6858000"/>
                </a:lnTo>
                <a:lnTo>
                  <a:pt x="8040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81305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825624"/>
            <a:ext cx="6454140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05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60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6060" y="1825624"/>
            <a:ext cx="6454140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3D5C6B-732E-EA46-AC07-AAE7287A4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365125"/>
            <a:ext cx="4368800" cy="2479675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C6DFFD30-A1E7-304D-B2FF-E2E1C01E55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5460" y="2943225"/>
            <a:ext cx="4368800" cy="2479675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61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B975375-B147-D141-9AA0-62EA349DF6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00925" y="3473121"/>
            <a:ext cx="4368800" cy="2965904"/>
          </a:xfrm>
          <a:custGeom>
            <a:avLst/>
            <a:gdLst>
              <a:gd name="connsiteX0" fmla="*/ 0 w 4368800"/>
              <a:gd name="connsiteY0" fmla="*/ 0 h 2965904"/>
              <a:gd name="connsiteX1" fmla="*/ 4368800 w 4368800"/>
              <a:gd name="connsiteY1" fmla="*/ 0 h 2965904"/>
              <a:gd name="connsiteX2" fmla="*/ 4368800 w 4368800"/>
              <a:gd name="connsiteY2" fmla="*/ 2127166 h 2965904"/>
              <a:gd name="connsiteX3" fmla="*/ 3530062 w 4368800"/>
              <a:gd name="connsiteY3" fmla="*/ 2965904 h 2965904"/>
              <a:gd name="connsiteX4" fmla="*/ 0 w 4368800"/>
              <a:gd name="connsiteY4" fmla="*/ 2965904 h 2965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8800" h="2965904">
                <a:moveTo>
                  <a:pt x="0" y="0"/>
                </a:moveTo>
                <a:lnTo>
                  <a:pt x="4368800" y="0"/>
                </a:lnTo>
                <a:lnTo>
                  <a:pt x="4368800" y="2127166"/>
                </a:lnTo>
                <a:lnTo>
                  <a:pt x="3530062" y="2965904"/>
                </a:lnTo>
                <a:lnTo>
                  <a:pt x="0" y="296590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6454140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C58BF16A-7DA4-C24D-93BA-63CA7A0DD8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400925" y="356260"/>
            <a:ext cx="4368800" cy="2965904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89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8E8237-A51B-CA40-9260-406C7233A1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00925" y="365125"/>
            <a:ext cx="4368800" cy="6073900"/>
          </a:xfrm>
          <a:custGeom>
            <a:avLst/>
            <a:gdLst>
              <a:gd name="connsiteX0" fmla="*/ 0 w 4368800"/>
              <a:gd name="connsiteY0" fmla="*/ 0 h 6073900"/>
              <a:gd name="connsiteX1" fmla="*/ 4368800 w 4368800"/>
              <a:gd name="connsiteY1" fmla="*/ 0 h 6073900"/>
              <a:gd name="connsiteX2" fmla="*/ 4368800 w 4368800"/>
              <a:gd name="connsiteY2" fmla="*/ 3107996 h 6073900"/>
              <a:gd name="connsiteX3" fmla="*/ 4368800 w 4368800"/>
              <a:gd name="connsiteY3" fmla="*/ 3218903 h 6073900"/>
              <a:gd name="connsiteX4" fmla="*/ 4368800 w 4368800"/>
              <a:gd name="connsiteY4" fmla="*/ 5235162 h 6073900"/>
              <a:gd name="connsiteX5" fmla="*/ 3530062 w 4368800"/>
              <a:gd name="connsiteY5" fmla="*/ 6073900 h 6073900"/>
              <a:gd name="connsiteX6" fmla="*/ 0 w 4368800"/>
              <a:gd name="connsiteY6" fmla="*/ 6073900 h 6073900"/>
              <a:gd name="connsiteX7" fmla="*/ 0 w 4368800"/>
              <a:gd name="connsiteY7" fmla="*/ 3218903 h 6073900"/>
              <a:gd name="connsiteX8" fmla="*/ 0 w 4368800"/>
              <a:gd name="connsiteY8" fmla="*/ 3107996 h 607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8800" h="6073900">
                <a:moveTo>
                  <a:pt x="0" y="0"/>
                </a:moveTo>
                <a:lnTo>
                  <a:pt x="4368800" y="0"/>
                </a:lnTo>
                <a:lnTo>
                  <a:pt x="4368800" y="3107996"/>
                </a:lnTo>
                <a:lnTo>
                  <a:pt x="4368800" y="3218903"/>
                </a:lnTo>
                <a:lnTo>
                  <a:pt x="4368800" y="5235162"/>
                </a:lnTo>
                <a:lnTo>
                  <a:pt x="3530062" y="6073900"/>
                </a:lnTo>
                <a:lnTo>
                  <a:pt x="0" y="6073900"/>
                </a:lnTo>
                <a:lnTo>
                  <a:pt x="0" y="3218903"/>
                </a:lnTo>
                <a:lnTo>
                  <a:pt x="0" y="310799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6454140" cy="1325563"/>
          </a:xfrm>
        </p:spPr>
        <p:txBody>
          <a:bodyPr lIns="0" rIns="90000"/>
          <a:lstStyle>
            <a:lvl1pPr>
              <a:defRPr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6454140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329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E5F294-62A0-F343-A405-643824A289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33848" y="365125"/>
            <a:ext cx="6335877" cy="6073900"/>
          </a:xfrm>
          <a:custGeom>
            <a:avLst/>
            <a:gdLst>
              <a:gd name="connsiteX0" fmla="*/ 0 w 6335877"/>
              <a:gd name="connsiteY0" fmla="*/ 0 h 6073900"/>
              <a:gd name="connsiteX1" fmla="*/ 1967077 w 6335877"/>
              <a:gd name="connsiteY1" fmla="*/ 0 h 6073900"/>
              <a:gd name="connsiteX2" fmla="*/ 2186152 w 6335877"/>
              <a:gd name="connsiteY2" fmla="*/ 0 h 6073900"/>
              <a:gd name="connsiteX3" fmla="*/ 6335877 w 6335877"/>
              <a:gd name="connsiteY3" fmla="*/ 0 h 6073900"/>
              <a:gd name="connsiteX4" fmla="*/ 6335877 w 6335877"/>
              <a:gd name="connsiteY4" fmla="*/ 3107996 h 6073900"/>
              <a:gd name="connsiteX5" fmla="*/ 6335877 w 6335877"/>
              <a:gd name="connsiteY5" fmla="*/ 3218903 h 6073900"/>
              <a:gd name="connsiteX6" fmla="*/ 6335877 w 6335877"/>
              <a:gd name="connsiteY6" fmla="*/ 5235162 h 6073900"/>
              <a:gd name="connsiteX7" fmla="*/ 5497139 w 6335877"/>
              <a:gd name="connsiteY7" fmla="*/ 6073900 h 6073900"/>
              <a:gd name="connsiteX8" fmla="*/ 2186152 w 6335877"/>
              <a:gd name="connsiteY8" fmla="*/ 6073900 h 6073900"/>
              <a:gd name="connsiteX9" fmla="*/ 1967077 w 6335877"/>
              <a:gd name="connsiteY9" fmla="*/ 6073900 h 6073900"/>
              <a:gd name="connsiteX10" fmla="*/ 0 w 6335877"/>
              <a:gd name="connsiteY10" fmla="*/ 6073900 h 607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35877" h="6073900">
                <a:moveTo>
                  <a:pt x="0" y="0"/>
                </a:moveTo>
                <a:lnTo>
                  <a:pt x="1967077" y="0"/>
                </a:lnTo>
                <a:lnTo>
                  <a:pt x="2186152" y="0"/>
                </a:lnTo>
                <a:lnTo>
                  <a:pt x="6335877" y="0"/>
                </a:lnTo>
                <a:lnTo>
                  <a:pt x="6335877" y="3107996"/>
                </a:lnTo>
                <a:lnTo>
                  <a:pt x="6335877" y="3218903"/>
                </a:lnTo>
                <a:lnTo>
                  <a:pt x="6335877" y="5235162"/>
                </a:lnTo>
                <a:lnTo>
                  <a:pt x="5497139" y="6073900"/>
                </a:lnTo>
                <a:lnTo>
                  <a:pt x="2186152" y="6073900"/>
                </a:lnTo>
                <a:lnTo>
                  <a:pt x="1967077" y="6073900"/>
                </a:lnTo>
                <a:lnTo>
                  <a:pt x="0" y="60739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365125"/>
            <a:ext cx="4623588" cy="132556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1825624"/>
            <a:ext cx="4623588" cy="3565773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5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3C30304-9F4A-304F-A346-E8481FBD1D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365125"/>
            <a:ext cx="5686097" cy="132556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3C7EBB-74F8-4343-8469-36E0B1F73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825624"/>
            <a:ext cx="5686097" cy="4498975"/>
          </a:xfrm>
        </p:spPr>
        <p:txBody>
          <a:bodyPr lIns="0" rIns="90000"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5A19F1D-88B3-474A-AA4E-8798A1012E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365125"/>
            <a:ext cx="5133340" cy="4879537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8413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688B-8D21-F043-938E-460D98DF7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460" y="2371725"/>
            <a:ext cx="10581640" cy="1057275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2E62-C660-1B41-AA7C-85D526669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60" y="3565124"/>
            <a:ext cx="10581640" cy="2746777"/>
          </a:xfrm>
        </p:spPr>
        <p:txBody>
          <a:bodyPr lIns="0" rIns="90000"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3D5C6B-732E-EA46-AC07-AAE7287A4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DCAEECED-AF51-554B-A5EC-1E9A6A15C5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82710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196F4130-C67B-2142-A646-1606F115DD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62364" y="1"/>
            <a:ext cx="4031999" cy="2235600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4104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2000EDA-9F4F-9A45-9B76-C92E208E5D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BBBB314-E81E-364C-B958-AC9C414D49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032274 w 12192000"/>
              <a:gd name="connsiteY1" fmla="*/ 0 h 6858000"/>
              <a:gd name="connsiteX2" fmla="*/ 10032274 w 12192000"/>
              <a:gd name="connsiteY2" fmla="*/ 0 h 6858000"/>
              <a:gd name="connsiteX3" fmla="*/ 11075779 w 12192000"/>
              <a:gd name="connsiteY3" fmla="*/ 0 h 6858000"/>
              <a:gd name="connsiteX4" fmla="*/ 11273245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5181600 h 6858000"/>
              <a:gd name="connsiteX7" fmla="*/ 10512554 w 12192000"/>
              <a:gd name="connsiteY7" fmla="*/ 6858000 h 6858000"/>
              <a:gd name="connsiteX8" fmla="*/ 10032274 w 12192000"/>
              <a:gd name="connsiteY8" fmla="*/ 6858000 h 6858000"/>
              <a:gd name="connsiteX9" fmla="*/ 4229100 w 12192000"/>
              <a:gd name="connsiteY9" fmla="*/ 6858000 h 6858000"/>
              <a:gd name="connsiteX10" fmla="*/ 0 w 1219200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032274" y="0"/>
                </a:lnTo>
                <a:lnTo>
                  <a:pt x="10032274" y="0"/>
                </a:lnTo>
                <a:lnTo>
                  <a:pt x="11075779" y="0"/>
                </a:lnTo>
                <a:lnTo>
                  <a:pt x="11273245" y="0"/>
                </a:lnTo>
                <a:lnTo>
                  <a:pt x="12192000" y="0"/>
                </a:lnTo>
                <a:lnTo>
                  <a:pt x="12192000" y="5181600"/>
                </a:lnTo>
                <a:lnTo>
                  <a:pt x="10512554" y="6858000"/>
                </a:lnTo>
                <a:lnTo>
                  <a:pt x="10032274" y="6858000"/>
                </a:lnTo>
                <a:lnTo>
                  <a:pt x="42291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362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E5A19F1D-88B3-474A-AA4E-8798A1012E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5460" y="554312"/>
            <a:ext cx="5133340" cy="4879537"/>
          </a:xfrm>
          <a:solidFill>
            <a:schemeClr val="bg1">
              <a:lumMod val="7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87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0D147FE-8D1A-1740-84CF-050CB15D108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2867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B46AC41-EBD8-2A40-8B8A-758A18BD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93922"/>
            <a:ext cx="11085732" cy="833053"/>
          </a:xfrm>
        </p:spPr>
        <p:txBody>
          <a:bodyPr lIns="0" rIns="90000">
            <a:normAutofit/>
          </a:bodyPr>
          <a:lstStyle>
            <a:lvl1pPr>
              <a:defRPr sz="3600">
                <a:solidFill>
                  <a:srgbClr val="3D476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48A0D36D-BAA1-FE4F-BE32-218E195F9BB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867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BF274F19-6028-0742-B589-62BEFE208B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2867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9B830282-AF2F-FD46-8648-A1546D30A4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71666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18BE9C8C-2210-D440-B2FD-E5E966DBA5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371666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93FE9E98-A724-E342-88B6-2EE9A9970DF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71666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2FEB9B43-DCA6-DC4D-B925-88437949ACC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00465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8DBFD540-E018-3D4D-86E5-5E6E95B49B3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00465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30E1A02C-3AA0-B84B-9A44-5D3C7EDA1E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00465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D0209CE5-DB2A-8547-920E-E9802CD9DDA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29264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0DF59C60-6F2D-F243-9CD7-C0691AE2D48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29264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929C3AA5-DE5E-4B42-B496-91CA7B1DBBB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29264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DBE454E2-9CD5-C247-BA0A-8CF7435A991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858063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6CA50E89-6C8C-CB4A-8189-55965D8A345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58063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1177DD33-BDC4-3747-831E-D38E81B464A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858063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7FAE6BB6-A19E-2A4D-8001-A96591D4FA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686862" y="143160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C273F28-77DA-8442-955F-D66F6098CC4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686862" y="2808459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A2D73969-FBFF-2449-83DB-69D8C23983E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686862" y="4185314"/>
            <a:ext cx="1716857" cy="1238024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000" b="1" baseline="0"/>
            </a:lvl1pPr>
          </a:lstStyle>
          <a:p>
            <a:r>
              <a:rPr lang="en-US"/>
              <a:t>Drag &amp; Drop Image</a:t>
            </a:r>
          </a:p>
        </p:txBody>
      </p:sp>
    </p:spTree>
    <p:extLst>
      <p:ext uri="{BB962C8B-B14F-4D97-AF65-F5344CB8AC3E}">
        <p14:creationId xmlns:p14="http://schemas.microsoft.com/office/powerpoint/2010/main" val="41335645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3CD58A65-EAFB-D340-80EE-E842D975B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471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D3282-7EAF-2F8D-5C9E-24157AABC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437D-3AEB-41D3-9101-8535AD7D5B77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E66DFE-FC38-0CE9-C81E-15A68BAC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17A06-9171-AC5B-31A1-AF8B2393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BB03E-08A3-4D09-97CF-6F81E6B615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18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210B7-A123-F8C1-D9A0-59F30DAFC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BF922-DC76-0D96-7435-0DFFF453C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91EE9-5903-3745-CC24-FB1935DD2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3DEC1-74EF-4EB6-A43D-39730B8C3EF5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CB05-1754-E7A3-96E8-708884DE4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84DEF-60B8-29B4-F670-7690FCB5D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11FDA-6C26-46CC-B043-5F986F5648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60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24B85B9F-A08D-1647-8DA2-40C0B3D8623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C16140-6775-D947-85BC-04A3DB62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365125"/>
            <a:ext cx="11140440" cy="1325563"/>
          </a:xfrm>
          <a:prstGeom prst="rect">
            <a:avLst/>
          </a:prstGeom>
        </p:spPr>
        <p:txBody>
          <a:bodyPr vert="horz" lIns="0" tIns="45720" rIns="9000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F37E1-1128-FB4E-BFD2-5D949D0DA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560" y="1825625"/>
            <a:ext cx="11140440" cy="4351338"/>
          </a:xfrm>
          <a:prstGeom prst="rect">
            <a:avLst/>
          </a:prstGeom>
        </p:spPr>
        <p:txBody>
          <a:bodyPr vert="horz" lIns="0" tIns="45720" rIns="9000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D82CEB40-CF93-3B45-B1CF-4BA757360D19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5105400"/>
            <a:ext cx="1752600" cy="17526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89A9E-9687-5E40-9856-7783EE733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3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9C81-453D-1D40-A17B-5BAC594F71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9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rgbClr val="3D476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ystem Font Regular"/>
        <a:buChar char="▸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▸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introtodeeplearning.com/" TargetMode="Externa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hyperlink" Target="https://github.com/vdumoulin/conv_arithmetic" TargetMode="Externa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draj0718/zero-padding-in-convolutional-neural-networks-bf1410438e99" TargetMode="External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0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oloclub.github.io/cnn-explainer/" TargetMode="External"/><Relationship Id="rId2" Type="http://schemas.openxmlformats.org/officeDocument/2006/relationships/hyperlink" Target="https://adamharley.com/nn_vis/cnn/2d.html" TargetMode="Externa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teachablemachine.withgoogle.com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semblymag.com/" TargetMode="External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://dx.doi.org/10.1007/s00170-022-10763-6" TargetMode="Externa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hyperlink" Target="https://github.com/Charmve/Surface-Defect-Detection/tree/master/Magnetic-Tile-Defect" TargetMode="Externa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www.kaggle.com/datasets/yidazhang07/bridge-cracks-image?resource=downloa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5451483-8D7C-5343-AC73-67C6E4A0C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150" y="2233167"/>
            <a:ext cx="7055725" cy="3130593"/>
          </a:xfrm>
        </p:spPr>
        <p:txBody>
          <a:bodyPr anchor="t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latin typeface="Raleway" panose="020B0503030101060003" pitchFamily="34" charset="0"/>
              </a:rPr>
              <a:t>Fundamentals of AI in Manufacturing (FAIM)</a:t>
            </a:r>
            <a:br>
              <a:rPr lang="en-GB" sz="2400" dirty="0">
                <a:latin typeface="Raleway" panose="020B0503030101060003" pitchFamily="34" charset="0"/>
              </a:rPr>
            </a:br>
            <a:r>
              <a:rPr lang="en-GB" sz="2000" dirty="0">
                <a:solidFill>
                  <a:srgbClr val="7030A0"/>
                </a:solidFill>
                <a:latin typeface="Raleway" panose="020B0503030101060003" pitchFamily="34" charset="0"/>
              </a:rPr>
              <a:t>Convolutional Neural Networks (CNNs)</a:t>
            </a:r>
            <a:br>
              <a:rPr lang="en-GB" dirty="0">
                <a:latin typeface="Raleway" panose="020B0503030101060003" pitchFamily="34" charset="0"/>
              </a:rPr>
            </a:br>
            <a:br>
              <a:rPr lang="en-GB" dirty="0">
                <a:latin typeface="Raleway" panose="020B0503030101060003" pitchFamily="34" charset="0"/>
              </a:rPr>
            </a:br>
            <a:r>
              <a:rPr lang="en-GB" sz="2200" dirty="0">
                <a:latin typeface="Raleway" panose="020B0503030101060003" pitchFamily="34" charset="0"/>
              </a:rPr>
              <a:t>Lecturers:</a:t>
            </a:r>
            <a:br>
              <a:rPr lang="en-GB" dirty="0">
                <a:latin typeface="Raleway" panose="020B0503030101060003" pitchFamily="34" charset="0"/>
              </a:rPr>
            </a:br>
            <a: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  <a:t>Abhilash Puthanveettil Madathil, PhD </a:t>
            </a: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  <a:t>Olga Bylya, PhD</a:t>
            </a: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Applied Industrial Intelligence (AI</a:t>
            </a:r>
            <a:r>
              <a:rPr lang="en-GB" sz="1800" baseline="300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2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)</a:t>
            </a:r>
            <a:b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  <a:t>NMIS</a:t>
            </a:r>
            <a:br>
              <a:rPr lang="en-GB" sz="18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br>
              <a:rPr lang="en-GB" sz="1600" dirty="0">
                <a:solidFill>
                  <a:schemeClr val="bg1">
                    <a:lumMod val="50000"/>
                  </a:schemeClr>
                </a:solidFill>
                <a:latin typeface="Raleway" panose="020B0503030101060003" pitchFamily="34" charset="0"/>
              </a:rPr>
            </a:br>
            <a:br>
              <a:rPr lang="en-GB" sz="1800" dirty="0">
                <a:solidFill>
                  <a:srgbClr val="D83569"/>
                </a:solidFill>
                <a:latin typeface="Raleway" panose="020B0503030101060003" pitchFamily="34" charset="0"/>
              </a:rPr>
            </a:br>
            <a:endParaRPr lang="en-US" sz="2700" dirty="0">
              <a:solidFill>
                <a:srgbClr val="6F3F81"/>
              </a:solidFill>
              <a:latin typeface="Raleway" panose="020B0503030101060003" pitchFamily="34" charset="0"/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07673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15FEF52-4300-8F58-6038-22C5DCB433DF}"/>
              </a:ext>
            </a:extLst>
          </p:cNvPr>
          <p:cNvSpPr txBox="1"/>
          <p:nvPr/>
        </p:nvSpPr>
        <p:spPr>
          <a:xfrm>
            <a:off x="1878830" y="620915"/>
            <a:ext cx="80986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/>
              <a:t>Convolutional Neural Networks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785B9E-8B84-70CA-5728-B79280204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9753" y="2091637"/>
            <a:ext cx="7456781" cy="363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71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CFE4D7-F204-824C-C8A8-FE32CA5A460F}"/>
              </a:ext>
            </a:extLst>
          </p:cNvPr>
          <p:cNvSpPr txBox="1"/>
          <p:nvPr/>
        </p:nvSpPr>
        <p:spPr>
          <a:xfrm>
            <a:off x="1326739" y="1223941"/>
            <a:ext cx="95385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 convolutional neural network (CNN) is a type of deep learning algorithm that analyzes and learns features from data that has a grid-like topology, such as an image.</a:t>
            </a:r>
          </a:p>
          <a:p>
            <a:endParaRPr lang="en-GB" dirty="0"/>
          </a:p>
          <a:p>
            <a:r>
              <a:rPr lang="en-GB" dirty="0"/>
              <a:t>CNNs are particularly useful for finding patterns in images to recognize objects, classes, and categories.</a:t>
            </a:r>
          </a:p>
        </p:txBody>
      </p:sp>
      <p:pic>
        <p:nvPicPr>
          <p:cNvPr id="7" name="Picture 6" descr="A number and a grid of numbers&#10;&#10;Description automatically generated with medium confidence">
            <a:extLst>
              <a:ext uri="{FF2B5EF4-FFF2-40B4-BE49-F238E27FC236}">
                <a16:creationId xmlns:a16="http://schemas.microsoft.com/office/drawing/2014/main" id="{EAD1D271-8798-BE52-0815-53AFD0E58E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86939" y="2966030"/>
            <a:ext cx="5641525" cy="3526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BC42DB-ED0E-543C-0D81-B2E2AEA01001}"/>
              </a:ext>
            </a:extLst>
          </p:cNvPr>
          <p:cNvSpPr txBox="1"/>
          <p:nvPr/>
        </p:nvSpPr>
        <p:spPr>
          <a:xfrm>
            <a:off x="5198533" y="6252570"/>
            <a:ext cx="25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Source: pippin.gimp.org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EFC094-1A14-1AFE-AD40-C6EFDBB31079}"/>
              </a:ext>
            </a:extLst>
          </p:cNvPr>
          <p:cNvSpPr txBox="1"/>
          <p:nvPr/>
        </p:nvSpPr>
        <p:spPr>
          <a:xfrm>
            <a:off x="658706" y="420764"/>
            <a:ext cx="8256694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200" dirty="0"/>
              <a:t>Convolutional Neural Network (CNN)</a:t>
            </a:r>
          </a:p>
        </p:txBody>
      </p:sp>
    </p:spTree>
    <p:extLst>
      <p:ext uri="{BB962C8B-B14F-4D97-AF65-F5344CB8AC3E}">
        <p14:creationId xmlns:p14="http://schemas.microsoft.com/office/powerpoint/2010/main" val="112489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87194F-9B32-29BE-E3F9-B980F594D229}"/>
              </a:ext>
            </a:extLst>
          </p:cNvPr>
          <p:cNvSpPr txBox="1"/>
          <p:nvPr/>
        </p:nvSpPr>
        <p:spPr>
          <a:xfrm>
            <a:off x="734906" y="2160497"/>
            <a:ext cx="3168227" cy="33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/>
              <a:t>A few applications</a:t>
            </a:r>
          </a:p>
          <a:p>
            <a:pPr>
              <a:lnSpc>
                <a:spcPct val="200000"/>
              </a:lnSpc>
            </a:pPr>
            <a:endParaRPr lang="en-GB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dirty="0"/>
              <a:t>Character recognition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dirty="0"/>
              <a:t>Digit recognition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dirty="0"/>
              <a:t>Object recognition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dirty="0"/>
              <a:t>Defect 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71B73-3D37-3C14-73E4-996E0568A782}"/>
              </a:ext>
            </a:extLst>
          </p:cNvPr>
          <p:cNvSpPr txBox="1"/>
          <p:nvPr/>
        </p:nvSpPr>
        <p:spPr>
          <a:xfrm>
            <a:off x="734906" y="649650"/>
            <a:ext cx="8256694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000" dirty="0"/>
              <a:t>CNN: Applications </a:t>
            </a:r>
          </a:p>
        </p:txBody>
      </p:sp>
      <p:pic>
        <p:nvPicPr>
          <p:cNvPr id="7172" name="Picture 4" descr="Image Classification with CNN (Python)">
            <a:extLst>
              <a:ext uri="{FF2B5EF4-FFF2-40B4-BE49-F238E27FC236}">
                <a16:creationId xmlns:a16="http://schemas.microsoft.com/office/drawing/2014/main" id="{5036CD75-9034-41A6-10B9-A767FEEEB8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495" b="10375"/>
          <a:stretch/>
        </p:blipFill>
        <p:spPr bwMode="auto">
          <a:xfrm>
            <a:off x="4784122" y="427354"/>
            <a:ext cx="6607459" cy="279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andwriting Recognition with ML (An In-Depth Guide)">
            <a:extLst>
              <a:ext uri="{FF2B5EF4-FFF2-40B4-BE49-F238E27FC236}">
                <a16:creationId xmlns:a16="http://schemas.microsoft.com/office/drawing/2014/main" id="{1B35EE70-CCD1-07AA-D1D6-AE75A6430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99492" y="3426203"/>
            <a:ext cx="2766177" cy="2617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he structure of a convolutional neural network (CNN). The input image... |  Download Scientific Diagram">
            <a:extLst>
              <a:ext uri="{FF2B5EF4-FFF2-40B4-BE49-F238E27FC236}">
                <a16:creationId xmlns:a16="http://schemas.microsoft.com/office/drawing/2014/main" id="{0388CF56-1BB4-5E09-AC8E-A11C39398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87589" y="3429000"/>
            <a:ext cx="4688959" cy="261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792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98A90F-EC36-0442-D058-DD71EB4C2E3B}"/>
              </a:ext>
            </a:extLst>
          </p:cNvPr>
          <p:cNvSpPr txBox="1"/>
          <p:nvPr/>
        </p:nvSpPr>
        <p:spPr>
          <a:xfrm>
            <a:off x="630936" y="502920"/>
            <a:ext cx="341985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1143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CNN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20F3F5-9841-80B5-1931-6167A3A100B9}"/>
              </a:ext>
            </a:extLst>
          </p:cNvPr>
          <p:cNvSpPr txBox="1"/>
          <p:nvPr/>
        </p:nvSpPr>
        <p:spPr>
          <a:xfrm>
            <a:off x="4654295" y="502920"/>
            <a:ext cx="6894576" cy="17716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342900"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Convolutional layer </a:t>
            </a:r>
            <a:r>
              <a:rPr lang="en-US" sz="1600" dirty="0"/>
              <a:t>(</a:t>
            </a:r>
            <a:r>
              <a:rPr lang="en-GB" sz="1600" dirty="0"/>
              <a:t>Uses a kernel/filter to detect features in an image</a:t>
            </a:r>
            <a:r>
              <a:rPr lang="en-US" sz="1600" dirty="0"/>
              <a:t>)</a:t>
            </a:r>
          </a:p>
          <a:p>
            <a:pPr marL="342900"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Pooling layer </a:t>
            </a:r>
            <a:r>
              <a:rPr lang="en-US" sz="1600" dirty="0"/>
              <a:t>(non trainable) (</a:t>
            </a:r>
            <a:r>
              <a:rPr lang="en-GB" sz="1600" dirty="0"/>
              <a:t>Compresses information from one layer into a smaller space in the next layer</a:t>
            </a:r>
            <a:r>
              <a:rPr lang="en-US" sz="1600" dirty="0"/>
              <a:t>)</a:t>
            </a:r>
          </a:p>
          <a:p>
            <a:pPr marL="342900" indent="-228600">
              <a:lnSpc>
                <a:spcPct val="17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</a:rPr>
              <a:t>Fully connected layer</a:t>
            </a:r>
            <a:endParaRPr lang="en-US" sz="1600" b="1" dirty="0"/>
          </a:p>
        </p:txBody>
      </p:sp>
      <p:pic>
        <p:nvPicPr>
          <p:cNvPr id="11" name="Picture 10" descr="A diagram of a complex function&#10;&#10;Description automatically generated with medium confidence">
            <a:extLst>
              <a:ext uri="{FF2B5EF4-FFF2-40B4-BE49-F238E27FC236}">
                <a16:creationId xmlns:a16="http://schemas.microsoft.com/office/drawing/2014/main" id="{126B7523-F05B-45EF-8563-1F5C36AF856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695" y="2274523"/>
            <a:ext cx="9540609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5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 of a diagram of a network&#10;&#10;AI-generated content may be incorrect.">
            <a:extLst>
              <a:ext uri="{FF2B5EF4-FFF2-40B4-BE49-F238E27FC236}">
                <a16:creationId xmlns:a16="http://schemas.microsoft.com/office/drawing/2014/main" id="{B47BA34B-E3F8-6ACA-89BB-530DCC67C2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8121" y="3466012"/>
            <a:ext cx="6340166" cy="3391989"/>
          </a:xfrm>
          <a:prstGeom prst="rect">
            <a:avLst/>
          </a:prstGeom>
        </p:spPr>
      </p:pic>
      <p:pic>
        <p:nvPicPr>
          <p:cNvPr id="5" name="Picture 4" descr="A computer screen shot of a grid&#10;&#10;AI-generated content may be incorrect.">
            <a:extLst>
              <a:ext uri="{FF2B5EF4-FFF2-40B4-BE49-F238E27FC236}">
                <a16:creationId xmlns:a16="http://schemas.microsoft.com/office/drawing/2014/main" id="{B6CC08AE-BD29-ACB5-B503-4B0BEABDF8F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4074" y="318710"/>
            <a:ext cx="5743852" cy="3073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C2F0C3-D381-F94B-336B-6C179819C545}"/>
              </a:ext>
            </a:extLst>
          </p:cNvPr>
          <p:cNvSpPr txBox="1"/>
          <p:nvPr/>
        </p:nvSpPr>
        <p:spPr>
          <a:xfrm>
            <a:off x="648070" y="2681057"/>
            <a:ext cx="17133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ANN</a:t>
            </a:r>
          </a:p>
          <a:p>
            <a:r>
              <a:rPr lang="en-GB" sz="4000" dirty="0"/>
              <a:t>vs</a:t>
            </a:r>
          </a:p>
          <a:p>
            <a:r>
              <a:rPr lang="en-GB" sz="4000" dirty="0"/>
              <a:t>CNN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96034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layer of data&#10;&#10;Description automatically generated with medium confidence">
            <a:extLst>
              <a:ext uri="{FF2B5EF4-FFF2-40B4-BE49-F238E27FC236}">
                <a16:creationId xmlns:a16="http://schemas.microsoft.com/office/drawing/2014/main" id="{5FD4FE2B-63FD-E560-55DF-C84A34165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1460" y="3259101"/>
            <a:ext cx="6117043" cy="3445934"/>
          </a:xfrm>
          <a:prstGeom prst="rect">
            <a:avLst/>
          </a:prstGeom>
        </p:spPr>
      </p:pic>
      <p:pic>
        <p:nvPicPr>
          <p:cNvPr id="7" name="Picture 6" descr="A diagram of a number&#10;&#10;Description automatically generated">
            <a:extLst>
              <a:ext uri="{FF2B5EF4-FFF2-40B4-BE49-F238E27FC236}">
                <a16:creationId xmlns:a16="http://schemas.microsoft.com/office/drawing/2014/main" id="{D427A352-DD8B-67FC-9BEA-D57F74AE9F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661"/>
          <a:stretch/>
        </p:blipFill>
        <p:spPr>
          <a:xfrm>
            <a:off x="684709" y="3138988"/>
            <a:ext cx="4759171" cy="33410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11BFD3-0CDB-7DD9-3902-2952E38849AD}"/>
              </a:ext>
            </a:extLst>
          </p:cNvPr>
          <p:cNvSpPr txBox="1"/>
          <p:nvPr/>
        </p:nvSpPr>
        <p:spPr>
          <a:xfrm>
            <a:off x="452967" y="169333"/>
            <a:ext cx="10253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Digit recognition: Fully connected vs Convolutional NN approach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5575FC-0D4F-5536-D7B6-6D09DA91BC37}"/>
              </a:ext>
            </a:extLst>
          </p:cNvPr>
          <p:cNvGraphicFramePr>
            <a:graphicFrameLocks noGrp="1"/>
          </p:cNvGraphicFramePr>
          <p:nvPr/>
        </p:nvGraphicFramePr>
        <p:xfrm>
          <a:off x="684709" y="844863"/>
          <a:ext cx="10534276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714">
                  <a:extLst>
                    <a:ext uri="{9D8B030D-6E8A-4147-A177-3AD203B41FA5}">
                      <a16:colId xmlns:a16="http://schemas.microsoft.com/office/drawing/2014/main" val="1638045962"/>
                    </a:ext>
                  </a:extLst>
                </a:gridCol>
                <a:gridCol w="4739054">
                  <a:extLst>
                    <a:ext uri="{9D8B030D-6E8A-4147-A177-3AD203B41FA5}">
                      <a16:colId xmlns:a16="http://schemas.microsoft.com/office/drawing/2014/main" val="3853772148"/>
                    </a:ext>
                  </a:extLst>
                </a:gridCol>
                <a:gridCol w="3534508">
                  <a:extLst>
                    <a:ext uri="{9D8B030D-6E8A-4147-A177-3AD203B41FA5}">
                      <a16:colId xmlns:a16="http://schemas.microsoft.com/office/drawing/2014/main" val="2897604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Key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Fully connected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Convolutional 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333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Input Representation and Feature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Directly takes the entire image as a flat vector (No spatial awareness: scaling, orientation, location issues)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Extract local patterns/features preserving the 2D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46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Efficiency (Number of Parameters)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Requires many parameters (fully connected nature)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Lesser parameters and computations through kernel convolution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894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Performance and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Lower accuracy due to incapability to capture spatial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/>
                        <a:t>Higher accuracy </a:t>
                      </a:r>
                      <a:r>
                        <a:rPr lang="en-GB" sz="1400" dirty="0"/>
                        <a:t>due to its ability to capture local patterns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2238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B731B61-4AB5-9FB5-5C72-9F8B1989E556}"/>
              </a:ext>
            </a:extLst>
          </p:cNvPr>
          <p:cNvSpPr txBox="1"/>
          <p:nvPr/>
        </p:nvSpPr>
        <p:spPr>
          <a:xfrm>
            <a:off x="1380394" y="6479513"/>
            <a:ext cx="2861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Fully connected NN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F792D7-B2EB-9133-142B-223CCC9DF5F3}"/>
              </a:ext>
            </a:extLst>
          </p:cNvPr>
          <p:cNvSpPr txBox="1"/>
          <p:nvPr/>
        </p:nvSpPr>
        <p:spPr>
          <a:xfrm>
            <a:off x="6654427" y="6523365"/>
            <a:ext cx="4052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/>
              <a:t>CNN</a:t>
            </a:r>
          </a:p>
        </p:txBody>
      </p:sp>
    </p:spTree>
    <p:extLst>
      <p:ext uri="{BB962C8B-B14F-4D97-AF65-F5344CB8AC3E}">
        <p14:creationId xmlns:p14="http://schemas.microsoft.com/office/powerpoint/2010/main" val="186033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09306-460D-3FA5-0EB4-F2107D57AB7C}"/>
              </a:ext>
            </a:extLst>
          </p:cNvPr>
          <p:cNvSpPr txBox="1"/>
          <p:nvPr/>
        </p:nvSpPr>
        <p:spPr>
          <a:xfrm>
            <a:off x="243839" y="618772"/>
            <a:ext cx="8256694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000" dirty="0"/>
              <a:t>Convolutional layer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45E70-5334-0306-E8A8-BABA771CEF35}"/>
              </a:ext>
            </a:extLst>
          </p:cNvPr>
          <p:cNvSpPr txBox="1"/>
          <p:nvPr/>
        </p:nvSpPr>
        <p:spPr>
          <a:xfrm>
            <a:off x="476620" y="1525600"/>
            <a:ext cx="6096000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800" dirty="0"/>
              <a:t>C</a:t>
            </a:r>
            <a:r>
              <a:rPr lang="en-GB" dirty="0"/>
              <a:t>aptures features from the input image</a:t>
            </a:r>
          </a:p>
          <a:p>
            <a:pPr>
              <a:lnSpc>
                <a:spcPct val="200000"/>
              </a:lnSpc>
            </a:pPr>
            <a:r>
              <a:rPr lang="en-GB" sz="1800" dirty="0"/>
              <a:t>	</a:t>
            </a:r>
            <a:r>
              <a:rPr lang="en-GB" b="1" dirty="0"/>
              <a:t>Low-level features : </a:t>
            </a:r>
            <a:r>
              <a:rPr lang="en-GB" dirty="0"/>
              <a:t>edges, corners</a:t>
            </a:r>
            <a:endParaRPr lang="en-GB" b="1" dirty="0"/>
          </a:p>
          <a:p>
            <a:pPr>
              <a:lnSpc>
                <a:spcPct val="200000"/>
              </a:lnSpc>
            </a:pPr>
            <a:r>
              <a:rPr lang="en-GB" sz="1800" b="1" dirty="0"/>
              <a:t>	</a:t>
            </a:r>
            <a:r>
              <a:rPr lang="en-GB" b="1" dirty="0"/>
              <a:t>Mid-level features : </a:t>
            </a:r>
            <a:r>
              <a:rPr lang="en-GB" dirty="0"/>
              <a:t>Contours, object parts</a:t>
            </a:r>
            <a:endParaRPr lang="en-GB" b="1" dirty="0"/>
          </a:p>
          <a:p>
            <a:pPr>
              <a:lnSpc>
                <a:spcPct val="200000"/>
              </a:lnSpc>
            </a:pPr>
            <a:r>
              <a:rPr lang="en-GB" b="1" dirty="0"/>
              <a:t>	High-level features</a:t>
            </a:r>
            <a:r>
              <a:rPr lang="en-US" sz="1800" dirty="0"/>
              <a:t> : faces, objects</a:t>
            </a:r>
            <a:endParaRPr lang="en-GB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9C30B0D-19E5-69E8-3817-B276B81FC0D3}"/>
              </a:ext>
            </a:extLst>
          </p:cNvPr>
          <p:cNvGrpSpPr/>
          <p:nvPr/>
        </p:nvGrpSpPr>
        <p:grpSpPr>
          <a:xfrm>
            <a:off x="984620" y="4853922"/>
            <a:ext cx="10984759" cy="1385306"/>
            <a:chOff x="82973" y="5283890"/>
            <a:chExt cx="10984759" cy="1385306"/>
          </a:xfrm>
        </p:grpSpPr>
        <p:pic>
          <p:nvPicPr>
            <p:cNvPr id="2050" name="Picture 2" descr="Intuitively Understanding Convolutions for Deep Learning | by Irhum Shafkat  | Towards Data Science">
              <a:extLst>
                <a:ext uri="{FF2B5EF4-FFF2-40B4-BE49-F238E27FC236}">
                  <a16:creationId xmlns:a16="http://schemas.microsoft.com/office/drawing/2014/main" id="{CE28ED64-2F9A-FD74-7D98-1A37DC129C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48362"/>
            <a:stretch/>
          </p:blipFill>
          <p:spPr bwMode="auto">
            <a:xfrm>
              <a:off x="82973" y="5283890"/>
              <a:ext cx="7257627" cy="13853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Hands-on: Deep Learning (Part 3) - Convolutional neural networks (CNN) /  Deep Learning (Part 3) - Convolutional neural networks (CNN) / Statistics  and machine learning">
              <a:extLst>
                <a:ext uri="{FF2B5EF4-FFF2-40B4-BE49-F238E27FC236}">
                  <a16:creationId xmlns:a16="http://schemas.microsoft.com/office/drawing/2014/main" id="{9ADD628A-6BC6-D2C5-7487-19D627CC39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4776" b="21156"/>
            <a:stretch/>
          </p:blipFill>
          <p:spPr bwMode="auto">
            <a:xfrm>
              <a:off x="7340600" y="5288837"/>
              <a:ext cx="3727132" cy="1380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C76769-4C65-6CD5-4D1D-C5DB170D82E2}"/>
              </a:ext>
            </a:extLst>
          </p:cNvPr>
          <p:cNvGrpSpPr/>
          <p:nvPr/>
        </p:nvGrpSpPr>
        <p:grpSpPr>
          <a:xfrm>
            <a:off x="6041445" y="1839633"/>
            <a:ext cx="5673935" cy="2042830"/>
            <a:chOff x="6041445" y="1839633"/>
            <a:chExt cx="5673935" cy="2042830"/>
          </a:xfrm>
        </p:grpSpPr>
        <p:pic>
          <p:nvPicPr>
            <p:cNvPr id="13" name="Picture 12" descr="A screenshot of a computer game&#10;&#10;Description automatically generated">
              <a:extLst>
                <a:ext uri="{FF2B5EF4-FFF2-40B4-BE49-F238E27FC236}">
                  <a16:creationId xmlns:a16="http://schemas.microsoft.com/office/drawing/2014/main" id="{509FCFD3-BBEA-F8CE-5375-DEF481CBF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41445" y="1839633"/>
              <a:ext cx="5673935" cy="172877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44F73B-0B53-27AD-6BE8-D4D31470EB2E}"/>
                </a:ext>
              </a:extLst>
            </p:cNvPr>
            <p:cNvSpPr txBox="1"/>
            <p:nvPr/>
          </p:nvSpPr>
          <p:spPr>
            <a:xfrm>
              <a:off x="9065275" y="3605464"/>
              <a:ext cx="265010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1200" dirty="0">
                  <a:hlinkClick r:id="rId5"/>
                </a:rPr>
                <a:t>http://introtodeeplearning.com</a:t>
              </a:r>
              <a:endParaRPr lang="en-GB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3371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9AF645E-2432-DB25-C2CE-80EC42095103}"/>
              </a:ext>
            </a:extLst>
          </p:cNvPr>
          <p:cNvGrpSpPr/>
          <p:nvPr/>
        </p:nvGrpSpPr>
        <p:grpSpPr>
          <a:xfrm>
            <a:off x="2674345" y="235046"/>
            <a:ext cx="6037856" cy="6472340"/>
            <a:chOff x="5841463" y="23381"/>
            <a:chExt cx="4851401" cy="5200508"/>
          </a:xfrm>
        </p:grpSpPr>
        <p:pic>
          <p:nvPicPr>
            <p:cNvPr id="2054" name="Picture 6" descr="Convolutional Neural Network Tutorial | CNN 2025">
              <a:extLst>
                <a:ext uri="{FF2B5EF4-FFF2-40B4-BE49-F238E27FC236}">
                  <a16:creationId xmlns:a16="http://schemas.microsoft.com/office/drawing/2014/main" id="{75514B26-D722-C373-5A5A-B4A286CE8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463" y="23381"/>
              <a:ext cx="4851401" cy="3198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A close-up of a number&#10;&#10;Description automatically generated">
              <a:extLst>
                <a:ext uri="{FF2B5EF4-FFF2-40B4-BE49-F238E27FC236}">
                  <a16:creationId xmlns:a16="http://schemas.microsoft.com/office/drawing/2014/main" id="{F54B2C7E-7116-BA36-0DC3-215882304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41464" y="3348348"/>
              <a:ext cx="4851400" cy="18755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815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89E9DB-7C1A-6A0D-42B0-03EA84CBB49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0251"/>
            <a:ext cx="12192000" cy="377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001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484C2E6-F701-1F61-7FD9-067965300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667248"/>
              </p:ext>
            </p:extLst>
          </p:nvPr>
        </p:nvGraphicFramePr>
        <p:xfrm>
          <a:off x="7816284" y="2287604"/>
          <a:ext cx="1697465" cy="178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93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1070953563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1782555774"/>
                    </a:ext>
                  </a:extLst>
                </a:gridCol>
              </a:tblGrid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461004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069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F1137D-F362-998C-FF6C-C6D98194C0B5}"/>
              </a:ext>
            </a:extLst>
          </p:cNvPr>
          <p:cNvSpPr txBox="1"/>
          <p:nvPr/>
        </p:nvSpPr>
        <p:spPr>
          <a:xfrm>
            <a:off x="734906" y="499299"/>
            <a:ext cx="8256694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000" dirty="0"/>
              <a:t>Convolutional layer’s operation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B3F0-6CEC-4E95-368B-F9DC1FC4B388}"/>
              </a:ext>
            </a:extLst>
          </p:cNvPr>
          <p:cNvSpPr txBox="1"/>
          <p:nvPr/>
        </p:nvSpPr>
        <p:spPr>
          <a:xfrm>
            <a:off x="965200" y="2490800"/>
            <a:ext cx="42079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2. Kernel (Filter): small matrix of weights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52D1F7-3F07-D823-9534-173F34CA548C}"/>
              </a:ext>
            </a:extLst>
          </p:cNvPr>
          <p:cNvGraphicFramePr>
            <a:graphicFrameLocks noGrp="1"/>
          </p:cNvGraphicFramePr>
          <p:nvPr/>
        </p:nvGraphicFramePr>
        <p:xfrm>
          <a:off x="9279392" y="1062865"/>
          <a:ext cx="902754" cy="82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18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00918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00918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</a:tblGrid>
              <a:tr h="274350"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274350"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274350"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53663C-22CE-8FFB-DD02-899FF87829FE}"/>
              </a:ext>
            </a:extLst>
          </p:cNvPr>
          <p:cNvSpPr txBox="1"/>
          <p:nvPr/>
        </p:nvSpPr>
        <p:spPr>
          <a:xfrm>
            <a:off x="970206" y="4108671"/>
            <a:ext cx="56388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4. Sliding the Kernel (Convolution Operation):</a:t>
            </a:r>
            <a:r>
              <a:rPr lang="en-GB" sz="1600" dirty="0"/>
              <a:t> Shifting the kernel by a certain step size, called the stride. If the stride is 1, the kernel moves one pixel at a time. If the stride is 2, the kernel jumps two pixels, etc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6294D-6091-E30A-305A-FBF99996C250}"/>
              </a:ext>
            </a:extLst>
          </p:cNvPr>
          <p:cNvSpPr txBox="1"/>
          <p:nvPr/>
        </p:nvSpPr>
        <p:spPr>
          <a:xfrm>
            <a:off x="965199" y="3323020"/>
            <a:ext cx="43717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3. Dot Product at Each Position </a:t>
            </a:r>
          </a:p>
          <a:p>
            <a:r>
              <a:rPr lang="en-GB" sz="1600" dirty="0"/>
              <a:t>     1x1+1x0+1x1+0x0+1x1+1x0+0x1+0x0+1x1=4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7D3BC1-72E6-0AA7-9234-B7E44024C81E}"/>
              </a:ext>
            </a:extLst>
          </p:cNvPr>
          <p:cNvSpPr txBox="1"/>
          <p:nvPr/>
        </p:nvSpPr>
        <p:spPr>
          <a:xfrm>
            <a:off x="965199" y="527761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5. Output feature 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BABDA-4951-C655-ABD8-C4090EC5AF14}"/>
              </a:ext>
            </a:extLst>
          </p:cNvPr>
          <p:cNvSpPr txBox="1"/>
          <p:nvPr/>
        </p:nvSpPr>
        <p:spPr>
          <a:xfrm>
            <a:off x="965199" y="1547361"/>
            <a:ext cx="42079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1. Input image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89A5BB7-E9DD-8BA9-EB2F-168E063CA48E}"/>
              </a:ext>
            </a:extLst>
          </p:cNvPr>
          <p:cNvGraphicFramePr>
            <a:graphicFrameLocks noGrp="1"/>
          </p:cNvGraphicFramePr>
          <p:nvPr/>
        </p:nvGraphicFramePr>
        <p:xfrm>
          <a:off x="7018870" y="81176"/>
          <a:ext cx="1697460" cy="178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92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39492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39492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  <a:gridCol w="339492">
                  <a:extLst>
                    <a:ext uri="{9D8B030D-6E8A-4147-A177-3AD203B41FA5}">
                      <a16:colId xmlns:a16="http://schemas.microsoft.com/office/drawing/2014/main" val="1070953563"/>
                    </a:ext>
                  </a:extLst>
                </a:gridCol>
                <a:gridCol w="339492">
                  <a:extLst>
                    <a:ext uri="{9D8B030D-6E8A-4147-A177-3AD203B41FA5}">
                      <a16:colId xmlns:a16="http://schemas.microsoft.com/office/drawing/2014/main" val="1782555774"/>
                    </a:ext>
                  </a:extLst>
                </a:gridCol>
              </a:tblGrid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461004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5" marB="440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0692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E38577C-D02A-5DA1-2F48-C78105A77C13}"/>
              </a:ext>
            </a:extLst>
          </p:cNvPr>
          <p:cNvSpPr txBox="1"/>
          <p:nvPr/>
        </p:nvSpPr>
        <p:spPr>
          <a:xfrm>
            <a:off x="7164860" y="1845394"/>
            <a:ext cx="130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Input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2C6B0F-A0B8-14F0-0C78-C1534BD06550}"/>
              </a:ext>
            </a:extLst>
          </p:cNvPr>
          <p:cNvSpPr txBox="1"/>
          <p:nvPr/>
        </p:nvSpPr>
        <p:spPr>
          <a:xfrm>
            <a:off x="9079345" y="1836009"/>
            <a:ext cx="130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Kernel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E442B87-D09C-6535-CD3B-11C976A33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82835"/>
              </p:ext>
            </p:extLst>
          </p:nvPr>
        </p:nvGraphicFramePr>
        <p:xfrm>
          <a:off x="5877917" y="2287604"/>
          <a:ext cx="1697465" cy="178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93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1070953563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1782555774"/>
                    </a:ext>
                  </a:extLst>
                </a:gridCol>
              </a:tblGrid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461004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0692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625C0DD-38E1-5DE9-7BE4-1A340B480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2446"/>
              </p:ext>
            </p:extLst>
          </p:nvPr>
        </p:nvGraphicFramePr>
        <p:xfrm>
          <a:off x="5876773" y="2299499"/>
          <a:ext cx="1030377" cy="1054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459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43459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43459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</a:tblGrid>
              <a:tr h="35154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154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154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7648" marR="67648" marT="33824" marB="33824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D4FAA56-5B1C-44D6-9B50-3551107D6D60}"/>
              </a:ext>
            </a:extLst>
          </p:cNvPr>
          <p:cNvGraphicFramePr>
            <a:graphicFrameLocks noGrp="1"/>
          </p:cNvGraphicFramePr>
          <p:nvPr/>
        </p:nvGraphicFramePr>
        <p:xfrm>
          <a:off x="8202748" y="5015798"/>
          <a:ext cx="1028787" cy="1077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23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40832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40832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</a:tblGrid>
              <a:tr h="359073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9073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9073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DC51A88-CC97-E6A5-1227-AC78B4C6D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439072"/>
              </p:ext>
            </p:extLst>
          </p:nvPr>
        </p:nvGraphicFramePr>
        <p:xfrm>
          <a:off x="8155142" y="2299499"/>
          <a:ext cx="1019748" cy="1069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159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48159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23430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</a:tblGrid>
              <a:tr h="35635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635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635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C29ED11-1D98-CA45-C743-855924EC6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968991"/>
              </p:ext>
            </p:extLst>
          </p:nvPr>
        </p:nvGraphicFramePr>
        <p:xfrm>
          <a:off x="9809700" y="2287604"/>
          <a:ext cx="1697465" cy="178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493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1070953563"/>
                    </a:ext>
                  </a:extLst>
                </a:gridCol>
                <a:gridCol w="339493">
                  <a:extLst>
                    <a:ext uri="{9D8B030D-6E8A-4147-A177-3AD203B41FA5}">
                      <a16:colId xmlns:a16="http://schemas.microsoft.com/office/drawing/2014/main" val="1782555774"/>
                    </a:ext>
                  </a:extLst>
                </a:gridCol>
              </a:tblGrid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461004"/>
                  </a:ext>
                </a:extLst>
              </a:tr>
              <a:tr h="357661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88190" marR="88190" marT="44096" marB="440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0692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CD07F43-F0DC-5590-C2F2-837A8E70C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396863"/>
              </p:ext>
            </p:extLst>
          </p:nvPr>
        </p:nvGraphicFramePr>
        <p:xfrm>
          <a:off x="10487417" y="2299499"/>
          <a:ext cx="1019748" cy="1069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159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48159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23430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</a:tblGrid>
              <a:tr h="35635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635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6351"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800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 marL="68573" marR="68573" marT="34287" marB="3428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4392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</a:tbl>
          </a:graphicData>
        </a:graphic>
      </p:graphicFrame>
      <p:sp>
        <p:nvSpPr>
          <p:cNvPr id="24" name="Oval 23">
            <a:extLst>
              <a:ext uri="{FF2B5EF4-FFF2-40B4-BE49-F238E27FC236}">
                <a16:creationId xmlns:a16="http://schemas.microsoft.com/office/drawing/2014/main" id="{740779A3-9B5D-8DEB-D0F3-B965A2B01838}"/>
              </a:ext>
            </a:extLst>
          </p:cNvPr>
          <p:cNvSpPr/>
          <p:nvPr/>
        </p:nvSpPr>
        <p:spPr>
          <a:xfrm>
            <a:off x="8564782" y="5036060"/>
            <a:ext cx="296717" cy="2922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90862FA-FEB6-7358-FC82-8C0EE76D9FA7}"/>
              </a:ext>
            </a:extLst>
          </p:cNvPr>
          <p:cNvSpPr/>
          <p:nvPr/>
        </p:nvSpPr>
        <p:spPr>
          <a:xfrm>
            <a:off x="8895278" y="5044527"/>
            <a:ext cx="296717" cy="2922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4F30CC-C888-60E9-CA17-FFCE8B881F30}"/>
              </a:ext>
            </a:extLst>
          </p:cNvPr>
          <p:cNvCxnSpPr>
            <a:cxnSpLocks/>
            <a:stCxn id="19" idx="0"/>
            <a:endCxn id="21" idx="2"/>
          </p:cNvCxnSpPr>
          <p:nvPr/>
        </p:nvCxnSpPr>
        <p:spPr>
          <a:xfrm flipH="1" flipV="1">
            <a:off x="8665016" y="4075909"/>
            <a:ext cx="52125" cy="9398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D0FAB0-1C67-078A-F26D-F52BADDAF071}"/>
              </a:ext>
            </a:extLst>
          </p:cNvPr>
          <p:cNvCxnSpPr>
            <a:cxnSpLocks/>
            <a:stCxn id="25" idx="6"/>
            <a:endCxn id="22" idx="2"/>
          </p:cNvCxnSpPr>
          <p:nvPr/>
        </p:nvCxnSpPr>
        <p:spPr>
          <a:xfrm flipV="1">
            <a:off x="9191995" y="4075909"/>
            <a:ext cx="1466437" cy="1114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EBB9D810-E19F-4E51-9246-36DDAB682B06}"/>
              </a:ext>
            </a:extLst>
          </p:cNvPr>
          <p:cNvSpPr/>
          <p:nvPr/>
        </p:nvSpPr>
        <p:spPr>
          <a:xfrm>
            <a:off x="8224483" y="5024708"/>
            <a:ext cx="296717" cy="2922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A348D0-48B5-700D-7B36-5C2BA2FCE4A4}"/>
              </a:ext>
            </a:extLst>
          </p:cNvPr>
          <p:cNvCxnSpPr>
            <a:cxnSpLocks/>
            <a:stCxn id="32" idx="2"/>
            <a:endCxn id="18" idx="2"/>
          </p:cNvCxnSpPr>
          <p:nvPr/>
        </p:nvCxnSpPr>
        <p:spPr>
          <a:xfrm flipH="1" flipV="1">
            <a:off x="6726649" y="4075909"/>
            <a:ext cx="1497834" cy="1094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A65A2725-96E9-E6F2-A63A-89787CA53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52597"/>
              </p:ext>
            </p:extLst>
          </p:nvPr>
        </p:nvGraphicFramePr>
        <p:xfrm>
          <a:off x="10712407" y="595273"/>
          <a:ext cx="1028787" cy="1077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23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340832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340832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</a:tblGrid>
              <a:tr h="359073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59073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59073"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700" b="1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 marL="88538" marR="88538" marT="44269" marB="4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A1177489-23D5-7646-CAB6-91D59354429A}"/>
              </a:ext>
            </a:extLst>
          </p:cNvPr>
          <p:cNvSpPr txBox="1"/>
          <p:nvPr/>
        </p:nvSpPr>
        <p:spPr>
          <a:xfrm>
            <a:off x="10496019" y="1665826"/>
            <a:ext cx="1461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Feature map</a:t>
            </a:r>
          </a:p>
        </p:txBody>
      </p:sp>
    </p:spTree>
    <p:extLst>
      <p:ext uri="{BB962C8B-B14F-4D97-AF65-F5344CB8AC3E}">
        <p14:creationId xmlns:p14="http://schemas.microsoft.com/office/powerpoint/2010/main" val="4223849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Convolutional Neural Network — I. Before we jump into the full… | by Mandar  Deshpande | Towards Data Science">
            <a:extLst>
              <a:ext uri="{FF2B5EF4-FFF2-40B4-BE49-F238E27FC236}">
                <a16:creationId xmlns:a16="http://schemas.microsoft.com/office/drawing/2014/main" id="{7036B80F-C18D-DE80-F68E-BCFAF1A47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00850" y="2785533"/>
            <a:ext cx="501015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65DB13-0196-BD54-6878-40FE33E36EE7}"/>
              </a:ext>
            </a:extLst>
          </p:cNvPr>
          <p:cNvGraphicFramePr>
            <a:graphicFrameLocks noGrp="1"/>
          </p:cNvGraphicFramePr>
          <p:nvPr/>
        </p:nvGraphicFramePr>
        <p:xfrm>
          <a:off x="9525000" y="1960881"/>
          <a:ext cx="12202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752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406752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406752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rgbClr val="AA2A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</a:tbl>
          </a:graphicData>
        </a:graphic>
      </p:graphicFrame>
      <p:pic>
        <p:nvPicPr>
          <p:cNvPr id="7" name="Picture 6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211AE6F4-3159-608A-F63A-D6FA9446BBE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696" y="1369268"/>
            <a:ext cx="5647303" cy="5236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07B595-E2E4-D11C-5E2E-8D0FBE335D64}"/>
              </a:ext>
            </a:extLst>
          </p:cNvPr>
          <p:cNvSpPr txBox="1"/>
          <p:nvPr/>
        </p:nvSpPr>
        <p:spPr>
          <a:xfrm>
            <a:off x="9255124" y="1579881"/>
            <a:ext cx="176000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Kernel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FF32007-8E71-4002-C97A-A9CFE7307879}"/>
              </a:ext>
            </a:extLst>
          </p:cNvPr>
          <p:cNvSpPr/>
          <p:nvPr/>
        </p:nvSpPr>
        <p:spPr>
          <a:xfrm>
            <a:off x="9668933" y="4191000"/>
            <a:ext cx="237067" cy="3640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83814D6-48E7-6836-9987-00EADBB8342E}"/>
              </a:ext>
            </a:extLst>
          </p:cNvPr>
          <p:cNvCxnSpPr/>
          <p:nvPr/>
        </p:nvCxnSpPr>
        <p:spPr>
          <a:xfrm rot="10800000" flipV="1">
            <a:off x="8466668" y="2438399"/>
            <a:ext cx="1058333" cy="804334"/>
          </a:xfrm>
          <a:prstGeom prst="bentConnector3">
            <a:avLst>
              <a:gd name="adj1" fmla="val 1004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1946C0-0348-5E70-D62B-17FEF07994D9}"/>
              </a:ext>
            </a:extLst>
          </p:cNvPr>
          <p:cNvGraphicFramePr>
            <a:graphicFrameLocks noGrp="1"/>
          </p:cNvGraphicFramePr>
          <p:nvPr/>
        </p:nvGraphicFramePr>
        <p:xfrm>
          <a:off x="5698067" y="467361"/>
          <a:ext cx="2294465" cy="2417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893">
                  <a:extLst>
                    <a:ext uri="{9D8B030D-6E8A-4147-A177-3AD203B41FA5}">
                      <a16:colId xmlns:a16="http://schemas.microsoft.com/office/drawing/2014/main" val="3090566517"/>
                    </a:ext>
                  </a:extLst>
                </a:gridCol>
                <a:gridCol w="458893">
                  <a:extLst>
                    <a:ext uri="{9D8B030D-6E8A-4147-A177-3AD203B41FA5}">
                      <a16:colId xmlns:a16="http://schemas.microsoft.com/office/drawing/2014/main" val="309596170"/>
                    </a:ext>
                  </a:extLst>
                </a:gridCol>
                <a:gridCol w="458893">
                  <a:extLst>
                    <a:ext uri="{9D8B030D-6E8A-4147-A177-3AD203B41FA5}">
                      <a16:colId xmlns:a16="http://schemas.microsoft.com/office/drawing/2014/main" val="2465427374"/>
                    </a:ext>
                  </a:extLst>
                </a:gridCol>
                <a:gridCol w="458893">
                  <a:extLst>
                    <a:ext uri="{9D8B030D-6E8A-4147-A177-3AD203B41FA5}">
                      <a16:colId xmlns:a16="http://schemas.microsoft.com/office/drawing/2014/main" val="1070953563"/>
                    </a:ext>
                  </a:extLst>
                </a:gridCol>
                <a:gridCol w="458893">
                  <a:extLst>
                    <a:ext uri="{9D8B030D-6E8A-4147-A177-3AD203B41FA5}">
                      <a16:colId xmlns:a16="http://schemas.microsoft.com/office/drawing/2014/main" val="1782555774"/>
                    </a:ext>
                  </a:extLst>
                </a:gridCol>
              </a:tblGrid>
              <a:tr h="483452"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115772"/>
                  </a:ext>
                </a:extLst>
              </a:tr>
              <a:tr h="483452"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186963"/>
                  </a:ext>
                </a:extLst>
              </a:tr>
              <a:tr h="483452"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88534"/>
                  </a:ext>
                </a:extLst>
              </a:tr>
              <a:tr h="483452"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461004"/>
                  </a:ext>
                </a:extLst>
              </a:tr>
              <a:tr h="483452"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3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19207" marR="119207" marT="59604" marB="596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06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525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3645C-109F-4E46-EBFE-051F575CA4B7}"/>
              </a:ext>
            </a:extLst>
          </p:cNvPr>
          <p:cNvSpPr txBox="1"/>
          <p:nvPr/>
        </p:nvSpPr>
        <p:spPr>
          <a:xfrm>
            <a:off x="734906" y="499299"/>
            <a:ext cx="8256694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000" dirty="0"/>
              <a:t>Concept of strides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79998C-AAE4-FA76-D91D-E93E917E508F}"/>
              </a:ext>
            </a:extLst>
          </p:cNvPr>
          <p:cNvGraphicFramePr>
            <a:graphicFrameLocks noGrp="1"/>
          </p:cNvGraphicFramePr>
          <p:nvPr/>
        </p:nvGraphicFramePr>
        <p:xfrm>
          <a:off x="6866792" y="6221541"/>
          <a:ext cx="5005754" cy="274320"/>
        </p:xfrm>
        <a:graphic>
          <a:graphicData uri="http://schemas.openxmlformats.org/drawingml/2006/table">
            <a:tbl>
              <a:tblPr/>
              <a:tblGrid>
                <a:gridCol w="5005754">
                  <a:extLst>
                    <a:ext uri="{9D8B030D-6E8A-4147-A177-3AD203B41FA5}">
                      <a16:colId xmlns:a16="http://schemas.microsoft.com/office/drawing/2014/main" val="2215439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en-GB" sz="1200" dirty="0">
                          <a:hlinkClick r:id="rId2"/>
                        </a:rPr>
                        <a:t>https://github.com/vdumoulin/conv_arithmetic</a:t>
                      </a:r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465268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C9167225-2753-0B4A-6101-F9A3D1E9C96C}"/>
              </a:ext>
            </a:extLst>
          </p:cNvPr>
          <p:cNvGrpSpPr/>
          <p:nvPr/>
        </p:nvGrpSpPr>
        <p:grpSpPr>
          <a:xfrm>
            <a:off x="2681654" y="1814859"/>
            <a:ext cx="6461859" cy="3917753"/>
            <a:chOff x="1480404" y="1086555"/>
            <a:chExt cx="7663109" cy="464605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7D5DFE-E83F-D8E5-17D1-2DDF541654F4}"/>
                </a:ext>
              </a:extLst>
            </p:cNvPr>
            <p:cNvGrpSpPr/>
            <p:nvPr/>
          </p:nvGrpSpPr>
          <p:grpSpPr>
            <a:xfrm>
              <a:off x="5381138" y="1614487"/>
              <a:ext cx="3762375" cy="4118125"/>
              <a:chOff x="5381138" y="1614487"/>
              <a:chExt cx="3762375" cy="4118125"/>
            </a:xfrm>
          </p:grpSpPr>
          <p:pic>
            <p:nvPicPr>
              <p:cNvPr id="5" name="Picture 4" descr="A blue and green grid&#10;&#10;Description automatically generated">
                <a:extLst>
                  <a:ext uri="{FF2B5EF4-FFF2-40B4-BE49-F238E27FC236}">
                    <a16:creationId xmlns:a16="http://schemas.microsoft.com/office/drawing/2014/main" id="{A30E400B-1AB8-D7A9-87EF-34915D0FE3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381138" y="1614487"/>
                <a:ext cx="3762375" cy="3629025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7E1013-7F80-39E0-9441-AC63C676476A}"/>
                  </a:ext>
                </a:extLst>
              </p:cNvPr>
              <p:cNvSpPr txBox="1"/>
              <p:nvPr/>
            </p:nvSpPr>
            <p:spPr>
              <a:xfrm>
                <a:off x="5675313" y="5363280"/>
                <a:ext cx="31740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Stride = 2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C6A5C37-FE0E-1BA4-F081-2FDB6F4ADFAF}"/>
                </a:ext>
              </a:extLst>
            </p:cNvPr>
            <p:cNvGrpSpPr/>
            <p:nvPr/>
          </p:nvGrpSpPr>
          <p:grpSpPr>
            <a:xfrm>
              <a:off x="1480404" y="1086555"/>
              <a:ext cx="3762375" cy="4646057"/>
              <a:chOff x="1480404" y="1086555"/>
              <a:chExt cx="3762375" cy="4646057"/>
            </a:xfrm>
          </p:grpSpPr>
          <p:pic>
            <p:nvPicPr>
              <p:cNvPr id="9" name="Picture 8" descr="A blue and green squares&#10;&#10;Description automatically generated">
                <a:extLst>
                  <a:ext uri="{FF2B5EF4-FFF2-40B4-BE49-F238E27FC236}">
                    <a16:creationId xmlns:a16="http://schemas.microsoft.com/office/drawing/2014/main" id="{5243C9DB-91B5-76B8-ED0B-98A4B0184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80404" y="1086555"/>
                <a:ext cx="3762375" cy="4276725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DBBE0B-E8FA-879C-1D19-2BA500042E22}"/>
                  </a:ext>
                </a:extLst>
              </p:cNvPr>
              <p:cNvSpPr txBox="1"/>
              <p:nvPr/>
            </p:nvSpPr>
            <p:spPr>
              <a:xfrm>
                <a:off x="1589822" y="5363280"/>
                <a:ext cx="31740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Stride = 1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ACBE05-22F2-5A0C-90BB-1EE79CE65689}"/>
              </a:ext>
            </a:extLst>
          </p:cNvPr>
          <p:cNvSpPr txBox="1"/>
          <p:nvPr/>
        </p:nvSpPr>
        <p:spPr>
          <a:xfrm>
            <a:off x="834065" y="1385729"/>
            <a:ext cx="8256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Stride is the step size followed while shifting the kernel over the input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5452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0B55E2-39F5-6BDB-5E69-17721C9D1651}"/>
              </a:ext>
            </a:extLst>
          </p:cNvPr>
          <p:cNvSpPr txBox="1"/>
          <p:nvPr/>
        </p:nvSpPr>
        <p:spPr>
          <a:xfrm>
            <a:off x="621437" y="1673336"/>
            <a:ext cx="6187736" cy="4614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The stride’s value impacts the model in a few ways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Dimensionality Reduction:</a:t>
            </a:r>
            <a:r>
              <a:rPr lang="en-GB" dirty="0"/>
              <a:t> Larger stride values result in smaller output dimensions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Computation Speed:</a:t>
            </a:r>
            <a:r>
              <a:rPr lang="en-GB" dirty="0"/>
              <a:t> Larger strides can speed up computation, as the filter needs to be applied fewer times.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Model Capacity:</a:t>
            </a:r>
            <a:r>
              <a:rPr lang="en-GB" dirty="0"/>
              <a:t> Larger strides may result in the model losing some detailed information. This could potentially reduce model accuracy, particularly in tasks that require capturing fine-grained details.</a:t>
            </a:r>
          </a:p>
        </p:txBody>
      </p:sp>
      <p:pic>
        <p:nvPicPr>
          <p:cNvPr id="5" name="Picture 4" descr="A diagram of a variety of colors&#10;&#10;AI-generated content may be incorrect.">
            <a:extLst>
              <a:ext uri="{FF2B5EF4-FFF2-40B4-BE49-F238E27FC236}">
                <a16:creationId xmlns:a16="http://schemas.microsoft.com/office/drawing/2014/main" id="{A07277DC-5F05-A495-C44F-A3046784DB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9527" y="3525897"/>
            <a:ext cx="4693080" cy="3013725"/>
          </a:xfrm>
          <a:prstGeom prst="rect">
            <a:avLst/>
          </a:prstGeom>
        </p:spPr>
      </p:pic>
      <p:pic>
        <p:nvPicPr>
          <p:cNvPr id="9" name="Picture 8" descr="A diagram of a grid&#10;&#10;AI-generated content may be incorrect.">
            <a:extLst>
              <a:ext uri="{FF2B5EF4-FFF2-40B4-BE49-F238E27FC236}">
                <a16:creationId xmlns:a16="http://schemas.microsoft.com/office/drawing/2014/main" id="{029D8882-018A-65D7-D9C8-56ACEE30EA5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9527" y="684439"/>
            <a:ext cx="4693080" cy="27445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0A7BC7-F7DA-CCEF-696A-E28803CAC2C3}"/>
              </a:ext>
            </a:extLst>
          </p:cNvPr>
          <p:cNvSpPr txBox="1"/>
          <p:nvPr/>
        </p:nvSpPr>
        <p:spPr>
          <a:xfrm>
            <a:off x="734906" y="499299"/>
            <a:ext cx="8256694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000" dirty="0"/>
              <a:t>Concept of Strides</a:t>
            </a:r>
          </a:p>
        </p:txBody>
      </p:sp>
    </p:spTree>
    <p:extLst>
      <p:ext uri="{BB962C8B-B14F-4D97-AF65-F5344CB8AC3E}">
        <p14:creationId xmlns:p14="http://schemas.microsoft.com/office/powerpoint/2010/main" val="521685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E87FF0-E79A-EAD3-89EC-F4798F27DFF7}"/>
              </a:ext>
            </a:extLst>
          </p:cNvPr>
          <p:cNvSpPr txBox="1"/>
          <p:nvPr/>
        </p:nvSpPr>
        <p:spPr>
          <a:xfrm>
            <a:off x="734906" y="499299"/>
            <a:ext cx="8256694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000" dirty="0"/>
              <a:t>Concept of padding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46BB9-2FC1-BA81-D80F-FEF2E90E30A5}"/>
              </a:ext>
            </a:extLst>
          </p:cNvPr>
          <p:cNvSpPr txBox="1"/>
          <p:nvPr/>
        </p:nvSpPr>
        <p:spPr>
          <a:xfrm>
            <a:off x="777558" y="1776750"/>
            <a:ext cx="5365781" cy="2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/>
              <a:t>Padding is the addition of extra pixels around the borders of the input images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/>
              <a:t>Prevents information loss at the edges;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/>
              <a:t>Controlling output size (same size as input)</a:t>
            </a:r>
            <a:r>
              <a:rPr lang="en-GB" b="1" dirty="0"/>
              <a:t>	 </a:t>
            </a:r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FC4CEA8-BAA8-A352-FD7A-104EA9BE65E0}"/>
              </a:ext>
            </a:extLst>
          </p:cNvPr>
          <p:cNvGrpSpPr/>
          <p:nvPr/>
        </p:nvGrpSpPr>
        <p:grpSpPr>
          <a:xfrm>
            <a:off x="5908717" y="1196821"/>
            <a:ext cx="6511143" cy="2911683"/>
            <a:chOff x="1872337" y="2536388"/>
            <a:chExt cx="9096043" cy="406761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8AB014E-8865-F286-4BED-064D0DD479D2}"/>
                </a:ext>
              </a:extLst>
            </p:cNvPr>
            <p:cNvGrpSpPr/>
            <p:nvPr/>
          </p:nvGrpSpPr>
          <p:grpSpPr>
            <a:xfrm>
              <a:off x="1872337" y="2536388"/>
              <a:ext cx="9096043" cy="3903547"/>
              <a:chOff x="1872337" y="2536388"/>
              <a:chExt cx="9096043" cy="3903547"/>
            </a:xfrm>
          </p:grpSpPr>
          <p:pic>
            <p:nvPicPr>
              <p:cNvPr id="10" name="Picture 9" descr="A group of squares with numbers&#10;&#10;Description automatically generated">
                <a:extLst>
                  <a:ext uri="{FF2B5EF4-FFF2-40B4-BE49-F238E27FC236}">
                    <a16:creationId xmlns:a16="http://schemas.microsoft.com/office/drawing/2014/main" id="{E4329E03-5D24-93B3-808B-DA983F93F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162908" y="2629935"/>
                <a:ext cx="7620000" cy="381000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18DB51-970E-889B-8A71-F2FF0029ADA0}"/>
                  </a:ext>
                </a:extLst>
              </p:cNvPr>
              <p:cNvSpPr txBox="1"/>
              <p:nvPr/>
            </p:nvSpPr>
            <p:spPr>
              <a:xfrm>
                <a:off x="1872337" y="2536388"/>
                <a:ext cx="9096043" cy="515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rgbClr val="AA2A00"/>
                    </a:solidFill>
                  </a:rPr>
                  <a:t>Padding = ‘same’ </a:t>
                </a:r>
                <a:r>
                  <a:rPr lang="en-GB" b="1" dirty="0">
                    <a:solidFill>
                      <a:srgbClr val="AA2A00"/>
                    </a:solidFill>
                    <a:sym typeface="Wingdings" panose="05000000000000000000" pitchFamily="2" charset="2"/>
                  </a:rPr>
                  <a:t> size (feature map) = size (input) </a:t>
                </a:r>
                <a:endParaRPr lang="en-GB" b="1" dirty="0">
                  <a:solidFill>
                    <a:srgbClr val="AA2A00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40D2FA-DDD6-4FB9-8BA4-65F3AA1E5C91}"/>
                </a:ext>
              </a:extLst>
            </p:cNvPr>
            <p:cNvSpPr txBox="1"/>
            <p:nvPr/>
          </p:nvSpPr>
          <p:spPr>
            <a:xfrm>
              <a:off x="2286929" y="6174036"/>
              <a:ext cx="7495978" cy="4299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b="1" dirty="0">
                  <a:hlinkClick r:id="rId3"/>
                </a:rPr>
                <a:t>Zero-Padding in Convolutional Neural Networks</a:t>
              </a:r>
            </a:p>
          </p:txBody>
        </p:sp>
      </p:grpSp>
      <p:pic>
        <p:nvPicPr>
          <p:cNvPr id="3" name="Picture 2" descr="A blue and green squares&#10;&#10;AI-generated content may be incorrect.">
            <a:extLst>
              <a:ext uri="{FF2B5EF4-FFF2-40B4-BE49-F238E27FC236}">
                <a16:creationId xmlns:a16="http://schemas.microsoft.com/office/drawing/2014/main" id="{8FF4D5C4-6386-CCBE-988E-11D015960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3417" y="4058026"/>
            <a:ext cx="86106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09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F5113A76-35D2-ECEA-EFE2-5CB57E90E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2004" y="1028184"/>
            <a:ext cx="6915150" cy="52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5694B6-A1B7-9900-38B9-4A19E0700D79}"/>
              </a:ext>
            </a:extLst>
          </p:cNvPr>
          <p:cNvSpPr txBox="1"/>
          <p:nvPr/>
        </p:nvSpPr>
        <p:spPr>
          <a:xfrm>
            <a:off x="2463800" y="6266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Source: towardsai.net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26108-F497-CF04-32E0-F1FFE76ED828}"/>
              </a:ext>
            </a:extLst>
          </p:cNvPr>
          <p:cNvSpPr txBox="1"/>
          <p:nvPr/>
        </p:nvSpPr>
        <p:spPr>
          <a:xfrm>
            <a:off x="630847" y="326992"/>
            <a:ext cx="609746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Pooling Layer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4AD4F9-BCB9-6C76-7706-D6D1FA2CBF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432" r="11266" b="27085"/>
          <a:stretch/>
        </p:blipFill>
        <p:spPr>
          <a:xfrm>
            <a:off x="7380627" y="1793288"/>
            <a:ext cx="4589370" cy="28230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073137-3394-BD4E-BD8F-67FDA3B000A0}"/>
              </a:ext>
            </a:extLst>
          </p:cNvPr>
          <p:cNvSpPr txBox="1"/>
          <p:nvPr/>
        </p:nvSpPr>
        <p:spPr>
          <a:xfrm>
            <a:off x="7950446" y="5204040"/>
            <a:ext cx="3555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Pooling in convolutional neural networks is a technique for generalizing features extracted by convolutional filters</a:t>
            </a:r>
          </a:p>
        </p:txBody>
      </p:sp>
    </p:spTree>
    <p:extLst>
      <p:ext uri="{BB962C8B-B14F-4D97-AF65-F5344CB8AC3E}">
        <p14:creationId xmlns:p14="http://schemas.microsoft.com/office/powerpoint/2010/main" val="3195861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C16371-0CA2-15CF-95AE-04D7BD0CD52E}"/>
              </a:ext>
            </a:extLst>
          </p:cNvPr>
          <p:cNvSpPr txBox="1"/>
          <p:nvPr/>
        </p:nvSpPr>
        <p:spPr>
          <a:xfrm>
            <a:off x="781235" y="1160262"/>
            <a:ext cx="105466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Flattening is used to convert all the resultant 2-Dimensional arrays from pooled feature maps into a single long continuous linear vector. The flattened matrix is fed as input to the fully connected layer to classify the image.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CA7C1F-247F-D62C-869A-6A057E057713}"/>
              </a:ext>
            </a:extLst>
          </p:cNvPr>
          <p:cNvSpPr txBox="1"/>
          <p:nvPr/>
        </p:nvSpPr>
        <p:spPr>
          <a:xfrm>
            <a:off x="630847" y="326992"/>
            <a:ext cx="609746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Flattening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7D77B3-B030-0BA8-954B-A70247314E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58422" y="2938979"/>
            <a:ext cx="4976507" cy="275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30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557816-3307-A2A1-7075-936A80AB0794}"/>
              </a:ext>
            </a:extLst>
          </p:cNvPr>
          <p:cNvSpPr txBox="1"/>
          <p:nvPr/>
        </p:nvSpPr>
        <p:spPr>
          <a:xfrm>
            <a:off x="346229" y="1411519"/>
            <a:ext cx="5575178" cy="4481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Function: </a:t>
            </a:r>
            <a:r>
              <a:rPr lang="en-GB" sz="1600" dirty="0"/>
              <a:t>They take the output from the convolutional and pooling layers (usually flattened into a vector) and use their connections to learn complex relationships between features, leading to the final prediction. 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Connection pattern: </a:t>
            </a:r>
            <a:r>
              <a:rPr lang="en-GB" sz="1600" dirty="0"/>
              <a:t>Unlike convolutional layers where neurons only connect to a local region, in a fully connected layer, each neuron connects to every neuron in the previous layer. 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Classification task: </a:t>
            </a:r>
            <a:r>
              <a:rPr lang="en-GB" sz="1600" dirty="0"/>
              <a:t>The final fully connected layer often has the same number of output nodes as the number of classes in a classification problem, allowing the network to output probabilities for each class.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8E1A8-7096-7E38-034C-0426FF97A5E9}"/>
              </a:ext>
            </a:extLst>
          </p:cNvPr>
          <p:cNvSpPr txBox="1"/>
          <p:nvPr/>
        </p:nvSpPr>
        <p:spPr>
          <a:xfrm>
            <a:off x="277150" y="386623"/>
            <a:ext cx="609746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Fully connected Layer</a:t>
            </a:r>
          </a:p>
        </p:txBody>
      </p:sp>
      <p:pic>
        <p:nvPicPr>
          <p:cNvPr id="9" name="Picture 8" descr="A diagram of a network&#10;&#10;AI-generated content may be incorrect.">
            <a:extLst>
              <a:ext uri="{FF2B5EF4-FFF2-40B4-BE49-F238E27FC236}">
                <a16:creationId xmlns:a16="http://schemas.microsoft.com/office/drawing/2014/main" id="{8BBDEF06-6D1D-6C13-1392-ECD94FE4251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20092"/>
            <a:ext cx="5818850" cy="3122037"/>
          </a:xfrm>
          <a:prstGeom prst="rect">
            <a:avLst/>
          </a:prstGeom>
        </p:spPr>
      </p:pic>
      <p:pic>
        <p:nvPicPr>
          <p:cNvPr id="11" name="Picture 10" descr="A diagram of a layer of layers&#10;&#10;AI-generated content may be incorrect.">
            <a:extLst>
              <a:ext uri="{FF2B5EF4-FFF2-40B4-BE49-F238E27FC236}">
                <a16:creationId xmlns:a16="http://schemas.microsoft.com/office/drawing/2014/main" id="{EB9CC5C9-57D0-277A-6A6D-BADF3C45904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6532" y="4244023"/>
            <a:ext cx="5959239" cy="225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4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76F1D3-262D-BEC9-C1B8-C2D181CD0781}"/>
              </a:ext>
            </a:extLst>
          </p:cNvPr>
          <p:cNvSpPr txBox="1"/>
          <p:nvPr/>
        </p:nvSpPr>
        <p:spPr>
          <a:xfrm>
            <a:off x="543756" y="1362696"/>
            <a:ext cx="100029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Dropout layer is a mask that nullifies the contribution of some neurons towards the next layer and leaves unmodified all others.</a:t>
            </a:r>
          </a:p>
          <a:p>
            <a:endParaRPr lang="en-GB" dirty="0"/>
          </a:p>
          <a:p>
            <a:r>
              <a:rPr lang="en-GB" b="1" dirty="0">
                <a:effectLst/>
              </a:rPr>
              <a:t>Dropout reduces overfitting</a:t>
            </a:r>
            <a:r>
              <a:rPr lang="en-GB" dirty="0">
                <a:effectLst/>
              </a:rPr>
              <a:t>: By randomly dropping neurons, dropout prevents the network from becoming overly reliant on specific neurons. </a:t>
            </a:r>
          </a:p>
          <a:p>
            <a:r>
              <a:rPr lang="en-GB" b="1" dirty="0">
                <a:effectLst/>
              </a:rPr>
              <a:t>Dropout improves generalization: </a:t>
            </a:r>
            <a:r>
              <a:rPr lang="en-GB" dirty="0">
                <a:effectLst/>
              </a:rPr>
              <a:t>It forces the network to learn more robust features that generalize better to unseen data</a:t>
            </a:r>
          </a:p>
          <a:p>
            <a:endParaRPr lang="en-GB" dirty="0"/>
          </a:p>
        </p:txBody>
      </p:sp>
      <p:pic>
        <p:nvPicPr>
          <p:cNvPr id="9" name="Picture 8" descr="A diagram of a network&#10;&#10;AI-generated content may be incorrect.">
            <a:extLst>
              <a:ext uri="{FF2B5EF4-FFF2-40B4-BE49-F238E27FC236}">
                <a16:creationId xmlns:a16="http://schemas.microsoft.com/office/drawing/2014/main" id="{6C2AA60B-2F29-FF56-B4B5-0AA332F615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3454" y="3864428"/>
            <a:ext cx="7083518" cy="25767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D764CC-A462-4C22-9B59-DB68D47BED56}"/>
              </a:ext>
            </a:extLst>
          </p:cNvPr>
          <p:cNvSpPr txBox="1"/>
          <p:nvPr/>
        </p:nvSpPr>
        <p:spPr>
          <a:xfrm>
            <a:off x="656948" y="386623"/>
            <a:ext cx="5717666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Dropout</a:t>
            </a:r>
          </a:p>
        </p:txBody>
      </p:sp>
    </p:spTree>
    <p:extLst>
      <p:ext uri="{BB962C8B-B14F-4D97-AF65-F5344CB8AC3E}">
        <p14:creationId xmlns:p14="http://schemas.microsoft.com/office/powerpoint/2010/main" val="3752654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B45232-D8EB-65DF-0AC2-3061C1760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346" y="477907"/>
            <a:ext cx="11366377" cy="60321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1BDECA-EE96-876C-F39A-0E431FB1EE07}"/>
              </a:ext>
            </a:extLst>
          </p:cNvPr>
          <p:cNvSpPr txBox="1"/>
          <p:nvPr/>
        </p:nvSpPr>
        <p:spPr>
          <a:xfrm>
            <a:off x="186964" y="79899"/>
            <a:ext cx="6097464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4231571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9A5E86-6CFE-5E42-0749-A7635398FC03}"/>
              </a:ext>
            </a:extLst>
          </p:cNvPr>
          <p:cNvSpPr txBox="1"/>
          <p:nvPr/>
        </p:nvSpPr>
        <p:spPr>
          <a:xfrm>
            <a:off x="836675" y="325881"/>
            <a:ext cx="10515600" cy="468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marL="1143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Training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682314-67CD-E0A3-8CA2-4B6207223CF8}"/>
              </a:ext>
            </a:extLst>
          </p:cNvPr>
          <p:cNvGrpSpPr/>
          <p:nvPr/>
        </p:nvGrpSpPr>
        <p:grpSpPr>
          <a:xfrm>
            <a:off x="234223" y="1167567"/>
            <a:ext cx="11821652" cy="5110699"/>
            <a:chOff x="234223" y="1167567"/>
            <a:chExt cx="11821652" cy="5110699"/>
          </a:xfrm>
        </p:grpSpPr>
        <p:pic>
          <p:nvPicPr>
            <p:cNvPr id="5" name="Picture 4" descr="A diagram of a graph&#10;&#10;AI-generated content may be incorrect.">
              <a:extLst>
                <a:ext uri="{FF2B5EF4-FFF2-40B4-BE49-F238E27FC236}">
                  <a16:creationId xmlns:a16="http://schemas.microsoft.com/office/drawing/2014/main" id="{0C9E1A16-9702-C172-CEF5-9347793B1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81059" y="1860866"/>
              <a:ext cx="3603560" cy="2513483"/>
            </a:xfrm>
            <a:prstGeom prst="rect">
              <a:avLst/>
            </a:prstGeom>
          </p:spPr>
        </p:pic>
        <p:pic>
          <p:nvPicPr>
            <p:cNvPr id="3" name="Picture 2" descr="A diagram of a software system&#10;&#10;AI-generated content may be incorrect.">
              <a:extLst>
                <a:ext uri="{FF2B5EF4-FFF2-40B4-BE49-F238E27FC236}">
                  <a16:creationId xmlns:a16="http://schemas.microsoft.com/office/drawing/2014/main" id="{73B1CD85-B70E-A085-0FAB-2905BE7EB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223" y="1167567"/>
              <a:ext cx="7276434" cy="316524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BDE7D8-69B4-6E31-8F3A-ABB2044BB4D5}"/>
                </a:ext>
              </a:extLst>
            </p:cNvPr>
            <p:cNvSpPr txBox="1"/>
            <p:nvPr/>
          </p:nvSpPr>
          <p:spPr>
            <a:xfrm>
              <a:off x="7819595" y="1291006"/>
              <a:ext cx="4236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Optimization: </a:t>
              </a:r>
              <a:r>
                <a:rPr lang="en-GB" dirty="0"/>
                <a:t>Gradient descent (GD)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21D1FF-7BA8-4D6F-860A-9C1125E914C8}"/>
                </a:ext>
              </a:extLst>
            </p:cNvPr>
            <p:cNvSpPr txBox="1"/>
            <p:nvPr/>
          </p:nvSpPr>
          <p:spPr>
            <a:xfrm>
              <a:off x="1903521" y="5388522"/>
              <a:ext cx="54985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1" dirty="0"/>
                <a:t>Loss function: </a:t>
              </a:r>
              <a:r>
                <a:rPr lang="en-GB" dirty="0"/>
                <a:t>Categorical Cross-Entropy Loss</a:t>
              </a:r>
            </a:p>
          </p:txBody>
        </p:sp>
        <p:pic>
          <p:nvPicPr>
            <p:cNvPr id="12" name="Picture 11" descr="A mathematical equation with text&#10;&#10;AI-generated content may be incorrect.">
              <a:extLst>
                <a:ext uri="{FF2B5EF4-FFF2-40B4-BE49-F238E27FC236}">
                  <a16:creationId xmlns:a16="http://schemas.microsoft.com/office/drawing/2014/main" id="{C27E39FF-DBF2-3580-35F7-D4D4DAFCD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46524" y="4871012"/>
              <a:ext cx="3133818" cy="14072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9627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55F3B3-971D-89D0-8B40-8EE77DC9ED97}"/>
              </a:ext>
            </a:extLst>
          </p:cNvPr>
          <p:cNvSpPr txBox="1"/>
          <p:nvPr/>
        </p:nvSpPr>
        <p:spPr>
          <a:xfrm>
            <a:off x="2896339" y="1774612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 tooltip="https://adamharley.com/nn_vis/cnn/2d.html"/>
              </a:rPr>
              <a:t>https://adamharley.com/nn_vis/cnn/2d.html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>
                <a:hlinkClick r:id="rId3" tooltip="https://poloclub.github.io/cnn-explainer/"/>
              </a:rPr>
              <a:t>https://poloclub.github.io/cnn-explainer/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DEF58-3E38-47AE-3C17-7071F743575C}"/>
              </a:ext>
            </a:extLst>
          </p:cNvPr>
          <p:cNvSpPr txBox="1"/>
          <p:nvPr/>
        </p:nvSpPr>
        <p:spPr>
          <a:xfrm>
            <a:off x="941033" y="1216241"/>
            <a:ext cx="4536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CNN explainers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D2551-530B-8B3D-84D3-5FC6F180B9D4}"/>
              </a:ext>
            </a:extLst>
          </p:cNvPr>
          <p:cNvSpPr txBox="1"/>
          <p:nvPr/>
        </p:nvSpPr>
        <p:spPr>
          <a:xfrm>
            <a:off x="3048740" y="509310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https://teachablemachine.withgoogle.com/</a:t>
            </a:r>
            <a:r>
              <a:rPr lang="en-GB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FA3D5-4D70-C713-23AE-5A97B5FA5516}"/>
              </a:ext>
            </a:extLst>
          </p:cNvPr>
          <p:cNvSpPr txBox="1"/>
          <p:nvPr/>
        </p:nvSpPr>
        <p:spPr>
          <a:xfrm>
            <a:off x="941032" y="4160059"/>
            <a:ext cx="7554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Train a computer to recognize your own images, sounds, &amp; poses</a:t>
            </a:r>
          </a:p>
        </p:txBody>
      </p:sp>
    </p:spTree>
    <p:extLst>
      <p:ext uri="{BB962C8B-B14F-4D97-AF65-F5344CB8AC3E}">
        <p14:creationId xmlns:p14="http://schemas.microsoft.com/office/powerpoint/2010/main" val="2428755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Beyond the Human Eye: AI Improves Inspection in Manufacturing | ASSEMBLY">
            <a:extLst>
              <a:ext uri="{FF2B5EF4-FFF2-40B4-BE49-F238E27FC236}">
                <a16:creationId xmlns:a16="http://schemas.microsoft.com/office/drawing/2014/main" id="{DC729A85-E853-2FFE-6E08-7A397376B6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014547" y="1893047"/>
            <a:ext cx="3271520" cy="3197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0909F1-2F32-534F-1714-1EF9F76578D8}"/>
              </a:ext>
            </a:extLst>
          </p:cNvPr>
          <p:cNvSpPr txBox="1"/>
          <p:nvPr/>
        </p:nvSpPr>
        <p:spPr>
          <a:xfrm>
            <a:off x="734906" y="649650"/>
            <a:ext cx="8256694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000" dirty="0"/>
              <a:t>CNN: Industrial Applications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18DFD-EF09-B8EF-4D8B-2341BE5033F0}"/>
              </a:ext>
            </a:extLst>
          </p:cNvPr>
          <p:cNvSpPr txBox="1"/>
          <p:nvPr/>
        </p:nvSpPr>
        <p:spPr>
          <a:xfrm>
            <a:off x="7889240" y="5320951"/>
            <a:ext cx="3522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hlinkClick r:id="rId3"/>
              </a:rPr>
              <a:t>https://www.assemblymag.com/</a:t>
            </a:r>
            <a:r>
              <a:rPr lang="en-GB" dirty="0"/>
              <a:t> </a:t>
            </a:r>
          </a:p>
        </p:txBody>
      </p:sp>
      <p:pic>
        <p:nvPicPr>
          <p:cNvPr id="9220" name="Picture 4" descr="A high-level overview of HDR-based CNN model implementation to detect defects in sheet metal stamping assembly line. The upper part of the image (above the dash-dot line) shows the training of the HDR-based CNN model and the bottom part shows the implementation of the model in the production line. In the figure, (i) HDR image capture, (ii) identify defects and (iii) decision-making: Finally, using the information of defects in a sample, the decision can be made to accept/reject or rework a sample">
            <a:extLst>
              <a:ext uri="{FF2B5EF4-FFF2-40B4-BE49-F238E27FC236}">
                <a16:creationId xmlns:a16="http://schemas.microsoft.com/office/drawing/2014/main" id="{DC1E8B9E-0D29-4E15-21D6-2BF4E9116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5573" y="2343425"/>
            <a:ext cx="6885517" cy="2600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81A701-178E-B5BF-567D-41F43894C087}"/>
              </a:ext>
            </a:extLst>
          </p:cNvPr>
          <p:cNvSpPr txBox="1"/>
          <p:nvPr/>
        </p:nvSpPr>
        <p:spPr>
          <a:xfrm>
            <a:off x="1620520" y="53209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http://dx.doi.org/10.1007/s00170-022-10763-6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3518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494DC-9283-5EBD-904B-E6448DE0EAF2}"/>
              </a:ext>
            </a:extLst>
          </p:cNvPr>
          <p:cNvSpPr txBox="1"/>
          <p:nvPr/>
        </p:nvSpPr>
        <p:spPr>
          <a:xfrm>
            <a:off x="2681391" y="5612877"/>
            <a:ext cx="7172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2"/>
              </a:rPr>
              <a:t>https://github.com/Charmve/Surface-Defect-Detection/tree/master/Magnetic-Tile-Defect</a:t>
            </a:r>
            <a:r>
              <a:rPr lang="en-GB" sz="1200" dirty="0"/>
              <a:t> </a:t>
            </a:r>
          </a:p>
        </p:txBody>
      </p:sp>
      <p:pic>
        <p:nvPicPr>
          <p:cNvPr id="5" name="Picture 4" descr="A collage of different images of different shapes&#10;&#10;Description automatically generated">
            <a:extLst>
              <a:ext uri="{FF2B5EF4-FFF2-40B4-BE49-F238E27FC236}">
                <a16:creationId xmlns:a16="http://schemas.microsoft.com/office/drawing/2014/main" id="{7C2B0F98-AD45-D2D8-F1CA-E1146EE3DE5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8644" y="1245123"/>
            <a:ext cx="6482956" cy="436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B2AEB4-97F0-82C7-A0AC-F9EEC7B868D8}"/>
              </a:ext>
            </a:extLst>
          </p:cNvPr>
          <p:cNvSpPr txBox="1"/>
          <p:nvPr/>
        </p:nvSpPr>
        <p:spPr>
          <a:xfrm>
            <a:off x="734905" y="649650"/>
            <a:ext cx="10042585" cy="510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3000" dirty="0"/>
              <a:t>Practice dataset: Magnetic tile defect detection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E2AB4-7770-0D20-3530-DC96631E9C52}"/>
              </a:ext>
            </a:extLst>
          </p:cNvPr>
          <p:cNvSpPr txBox="1"/>
          <p:nvPr/>
        </p:nvSpPr>
        <p:spPr>
          <a:xfrm>
            <a:off x="2681390" y="6208350"/>
            <a:ext cx="71728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4"/>
              </a:rPr>
              <a:t>https://www.kaggle.com/datasets/yidazhang07/bridge-cracks-image?resource=download</a:t>
            </a:r>
            <a:r>
              <a:rPr lang="en-GB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35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NMIS">
      <a:dk1>
        <a:srgbClr val="000000"/>
      </a:dk1>
      <a:lt1>
        <a:srgbClr val="FFFFFF"/>
      </a:lt1>
      <a:dk2>
        <a:srgbClr val="6F3F81"/>
      </a:dk2>
      <a:lt2>
        <a:srgbClr val="FFCC00"/>
      </a:lt2>
      <a:accent1>
        <a:srgbClr val="00294B"/>
      </a:accent1>
      <a:accent2>
        <a:srgbClr val="368DBC"/>
      </a:accent2>
      <a:accent3>
        <a:srgbClr val="009FE3"/>
      </a:accent3>
      <a:accent4>
        <a:srgbClr val="8EC79A"/>
      </a:accent4>
      <a:accent5>
        <a:srgbClr val="D83569"/>
      </a:accent5>
      <a:accent6>
        <a:srgbClr val="EC6608"/>
      </a:accent6>
      <a:hlink>
        <a:srgbClr val="368CBA"/>
      </a:hlink>
      <a:folHlink>
        <a:srgbClr val="6F3E81"/>
      </a:folHlink>
    </a:clrScheme>
    <a:fontScheme name="Raleway_APM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7778</TotalTime>
  <Words>1101</Words>
  <Application>Microsoft Office PowerPoint</Application>
  <PresentationFormat>Widescreen</PresentationFormat>
  <Paragraphs>291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Raleway</vt:lpstr>
      <vt:lpstr>System Font Regular</vt:lpstr>
      <vt:lpstr>Wingdings</vt:lpstr>
      <vt:lpstr>Office Theme</vt:lpstr>
      <vt:lpstr>1_Office Theme</vt:lpstr>
      <vt:lpstr>Fundamentals of AI in Manufacturing (FAIM) Convolutional Neural Networks (CNNs)  Lecturers: Abhilash Puthanveettil Madathil, PhD  Olga Bylya, PhD  Applied Industrial Intelligence (AI2) NMIS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Manufacturing @ NMIS  Prof Andrew Sherlock A.Sherlock@strath.ac.uk</dc:title>
  <dc:creator>Andrew Sherlock</dc:creator>
  <cp:lastModifiedBy>Abhilash Puthanveettil Madathil</cp:lastModifiedBy>
  <cp:revision>1</cp:revision>
  <dcterms:created xsi:type="dcterms:W3CDTF">2023-09-28T13:04:21Z</dcterms:created>
  <dcterms:modified xsi:type="dcterms:W3CDTF">2025-11-10T12:36:52Z</dcterms:modified>
</cp:coreProperties>
</file>