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17"/>
  </p:notesMasterIdLst>
  <p:sldIdLst>
    <p:sldId id="257" r:id="rId3"/>
    <p:sldId id="5283" r:id="rId4"/>
    <p:sldId id="259" r:id="rId5"/>
    <p:sldId id="262" r:id="rId6"/>
    <p:sldId id="5285" r:id="rId7"/>
    <p:sldId id="264" r:id="rId8"/>
    <p:sldId id="258" r:id="rId9"/>
    <p:sldId id="5287" r:id="rId10"/>
    <p:sldId id="5288" r:id="rId11"/>
    <p:sldId id="265" r:id="rId12"/>
    <p:sldId id="5290" r:id="rId13"/>
    <p:sldId id="263" r:id="rId14"/>
    <p:sldId id="260" r:id="rId15"/>
    <p:sldId id="5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3569"/>
    <a:srgbClr val="8EC89A"/>
    <a:srgbClr val="368DBC"/>
    <a:srgbClr val="FFE38C"/>
    <a:srgbClr val="EC6608"/>
    <a:srgbClr val="6F3F81"/>
    <a:srgbClr val="F0B2C5"/>
    <a:srgbClr val="FFFFFF"/>
    <a:srgbClr val="A8D6B1"/>
    <a:srgbClr val="00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Puthanveettil Madathil" userId="d8011305-fc6a-4624-9916-5f1faf71aa6c" providerId="ADAL" clId="{006B2348-E702-0641-9A66-3C8152E720C1}"/>
    <pc:docChg chg="undo custSel addSld modSld sldOrd">
      <pc:chgData name="Abhilash Puthanveettil Madathil" userId="d8011305-fc6a-4624-9916-5f1faf71aa6c" providerId="ADAL" clId="{006B2348-E702-0641-9A66-3C8152E720C1}" dt="2025-09-04T17:43:40.232" v="428" actId="2710"/>
      <pc:docMkLst>
        <pc:docMk/>
      </pc:docMkLst>
      <pc:sldChg chg="modSp mod">
        <pc:chgData name="Abhilash Puthanveettil Madathil" userId="d8011305-fc6a-4624-9916-5f1faf71aa6c" providerId="ADAL" clId="{006B2348-E702-0641-9A66-3C8152E720C1}" dt="2025-09-04T16:47:33.128" v="7" actId="20577"/>
        <pc:sldMkLst>
          <pc:docMk/>
          <pc:sldMk cId="1907673375" sldId="257"/>
        </pc:sldMkLst>
      </pc:sldChg>
      <pc:sldChg chg="ord">
        <pc:chgData name="Abhilash Puthanveettil Madathil" userId="d8011305-fc6a-4624-9916-5f1faf71aa6c" providerId="ADAL" clId="{006B2348-E702-0641-9A66-3C8152E720C1}" dt="2025-09-04T16:49:17.076" v="18" actId="20578"/>
        <pc:sldMkLst>
          <pc:docMk/>
          <pc:sldMk cId="2843819804" sldId="262"/>
        </pc:sldMkLst>
      </pc:sldChg>
      <pc:sldChg chg="modSp mod">
        <pc:chgData name="Abhilash Puthanveettil Madathil" userId="d8011305-fc6a-4624-9916-5f1faf71aa6c" providerId="ADAL" clId="{006B2348-E702-0641-9A66-3C8152E720C1}" dt="2025-09-04T16:47:57.975" v="17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006B2348-E702-0641-9A66-3C8152E720C1}" dt="2025-09-04T17:00:25.207" v="141" actId="2710"/>
        <pc:sldMkLst>
          <pc:docMk/>
          <pc:sldMk cId="3678424862" sldId="5258"/>
        </pc:sldMkLst>
      </pc:sldChg>
      <pc:sldChg chg="addSp modSp add mod">
        <pc:chgData name="Abhilash Puthanveettil Madathil" userId="d8011305-fc6a-4624-9916-5f1faf71aa6c" providerId="ADAL" clId="{006B2348-E702-0641-9A66-3C8152E720C1}" dt="2025-09-04T17:34:26.166" v="397" actId="1076"/>
        <pc:sldMkLst>
          <pc:docMk/>
          <pc:sldMk cId="4009837664" sldId="5259"/>
        </pc:sldMkLst>
      </pc:sldChg>
      <pc:sldChg chg="addSp modSp add mod">
        <pc:chgData name="Abhilash Puthanveettil Madathil" userId="d8011305-fc6a-4624-9916-5f1faf71aa6c" providerId="ADAL" clId="{006B2348-E702-0641-9A66-3C8152E720C1}" dt="2025-09-04T17:19:22.491" v="331" actId="113"/>
        <pc:sldMkLst>
          <pc:docMk/>
          <pc:sldMk cId="2450018730" sldId="5260"/>
        </pc:sldMkLst>
      </pc:sldChg>
      <pc:sldChg chg="addSp modSp add mod">
        <pc:chgData name="Abhilash Puthanveettil Madathil" userId="d8011305-fc6a-4624-9916-5f1faf71aa6c" providerId="ADAL" clId="{006B2348-E702-0641-9A66-3C8152E720C1}" dt="2025-09-04T17:23:41.656" v="380" actId="404"/>
        <pc:sldMkLst>
          <pc:docMk/>
          <pc:sldMk cId="2375682626" sldId="5261"/>
        </pc:sldMkLst>
      </pc:sldChg>
      <pc:sldChg chg="addSp modSp add">
        <pc:chgData name="Abhilash Puthanveettil Madathil" userId="d8011305-fc6a-4624-9916-5f1faf71aa6c" providerId="ADAL" clId="{006B2348-E702-0641-9A66-3C8152E720C1}" dt="2025-09-04T17:28:58.692" v="387" actId="1076"/>
        <pc:sldMkLst>
          <pc:docMk/>
          <pc:sldMk cId="1690692097" sldId="5262"/>
        </pc:sldMkLst>
      </pc:sldChg>
      <pc:sldChg chg="addSp delSp modSp add mod">
        <pc:chgData name="Abhilash Puthanveettil Madathil" userId="d8011305-fc6a-4624-9916-5f1faf71aa6c" providerId="ADAL" clId="{006B2348-E702-0641-9A66-3C8152E720C1}" dt="2025-09-04T17:43:40.232" v="428" actId="2710"/>
        <pc:sldMkLst>
          <pc:docMk/>
          <pc:sldMk cId="897571022" sldId="5263"/>
        </pc:sldMkLst>
      </pc:sldChg>
    </pc:docChg>
  </pc:docChgLst>
  <pc:docChgLst>
    <pc:chgData name="Abhilash Puthanveettil Madathil" userId="d8011305-fc6a-4624-9916-5f1faf71aa6c" providerId="ADAL" clId="{5CBF45CB-4E0E-477E-96C4-1153B12CF362}"/>
    <pc:docChg chg="undo custSel addSld delSld modSld sldOrd">
      <pc:chgData name="Abhilash Puthanveettil Madathil" userId="d8011305-fc6a-4624-9916-5f1faf71aa6c" providerId="ADAL" clId="{5CBF45CB-4E0E-477E-96C4-1153B12CF362}" dt="2025-09-12T13:55:07.270" v="1540" actId="20577"/>
      <pc:docMkLst>
        <pc:docMk/>
      </pc:docMkLst>
      <pc:sldChg chg="modSp mod">
        <pc:chgData name="Abhilash Puthanveettil Madathil" userId="d8011305-fc6a-4624-9916-5f1faf71aa6c" providerId="ADAL" clId="{5CBF45CB-4E0E-477E-96C4-1153B12CF362}" dt="2025-09-12T09:32:28.865" v="885" actId="20577"/>
        <pc:sldMkLst>
          <pc:docMk/>
          <pc:sldMk cId="1907673375" sldId="257"/>
        </pc:sldMkLst>
      </pc:sldChg>
      <pc:sldChg chg="delSp modSp add mod">
        <pc:chgData name="Abhilash Puthanveettil Madathil" userId="d8011305-fc6a-4624-9916-5f1faf71aa6c" providerId="ADAL" clId="{5CBF45CB-4E0E-477E-96C4-1153B12CF362}" dt="2025-09-12T09:26:40.851" v="829" actId="20577"/>
        <pc:sldMkLst>
          <pc:docMk/>
          <pc:sldMk cId="1235313199" sldId="258"/>
        </pc:sldMkLst>
      </pc:sldChg>
      <pc:sldChg chg="modSp add mod">
        <pc:chgData name="Abhilash Puthanveettil Madathil" userId="d8011305-fc6a-4624-9916-5f1faf71aa6c" providerId="ADAL" clId="{5CBF45CB-4E0E-477E-96C4-1153B12CF362}" dt="2025-09-12T09:08:04.096" v="640" actId="1076"/>
        <pc:sldMkLst>
          <pc:docMk/>
          <pc:sldMk cId="802379716" sldId="259"/>
        </pc:sldMkLst>
      </pc:sldChg>
      <pc:sldChg chg="delSp add mod">
        <pc:chgData name="Abhilash Puthanveettil Madathil" userId="d8011305-fc6a-4624-9916-5f1faf71aa6c" providerId="ADAL" clId="{5CBF45CB-4E0E-477E-96C4-1153B12CF362}" dt="2025-09-12T08:54:16.582" v="572" actId="478"/>
        <pc:sldMkLst>
          <pc:docMk/>
          <pc:sldMk cId="367599848" sldId="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843819804" sldId="262"/>
        </pc:sldMkLst>
      </pc:sldChg>
      <pc:sldChg chg="modSp add mod">
        <pc:chgData name="Abhilash Puthanveettil Madathil" userId="d8011305-fc6a-4624-9916-5f1faf71aa6c" providerId="ADAL" clId="{5CBF45CB-4E0E-477E-96C4-1153B12CF362}" dt="2025-09-12T09:07:28.015" v="631" actId="113"/>
        <pc:sldMkLst>
          <pc:docMk/>
          <pc:sldMk cId="3946753422" sldId="262"/>
        </pc:sldMkLst>
      </pc:sldChg>
      <pc:sldChg chg="add">
        <pc:chgData name="Abhilash Puthanveettil Madathil" userId="d8011305-fc6a-4624-9916-5f1faf71aa6c" providerId="ADAL" clId="{5CBF45CB-4E0E-477E-96C4-1153B12CF362}" dt="2025-09-12T08:45:43.907" v="504"/>
        <pc:sldMkLst>
          <pc:docMk/>
          <pc:sldMk cId="3558507941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83546814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235005" sldId="264"/>
        </pc:sldMkLst>
      </pc:sldChg>
      <pc:sldChg chg="addSp modSp add mod">
        <pc:chgData name="Abhilash Puthanveettil Madathil" userId="d8011305-fc6a-4624-9916-5f1faf71aa6c" providerId="ADAL" clId="{5CBF45CB-4E0E-477E-96C4-1153B12CF362}" dt="2025-09-12T09:35:38.198" v="994" actId="1076"/>
        <pc:sldMkLst>
          <pc:docMk/>
          <pc:sldMk cId="1501806569" sldId="264"/>
        </pc:sldMkLst>
      </pc:sldChg>
      <pc:sldChg chg="addSp delSp modSp add mod">
        <pc:chgData name="Abhilash Puthanveettil Madathil" userId="d8011305-fc6a-4624-9916-5f1faf71aa6c" providerId="ADAL" clId="{5CBF45CB-4E0E-477E-96C4-1153B12CF362}" dt="2025-09-12T09:28:55.635" v="870" actId="1076"/>
        <pc:sldMkLst>
          <pc:docMk/>
          <pc:sldMk cId="4155161756" sldId="265"/>
        </pc:sldMkLst>
      </pc:sldChg>
      <pc:sldChg chg="modSp add del mod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2573085398" sldId="266"/>
        </pc:sldMkLst>
      </pc:sldChg>
      <pc:sldChg chg="add del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4195532272" sldId="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488900210" sldId="524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710305279" sldId="524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216463083" sldId="525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994739329" sldId="5255"/>
        </pc:sldMkLst>
      </pc:sldChg>
      <pc:sldChg chg="modSp mod">
        <pc:chgData name="Abhilash Puthanveettil Madathil" userId="d8011305-fc6a-4624-9916-5f1faf71aa6c" providerId="ADAL" clId="{5CBF45CB-4E0E-477E-96C4-1153B12CF362}" dt="2025-09-12T13:55:07.270" v="1540" actId="20577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678424862" sldId="525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4009837664" sldId="525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50018730" sldId="5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375682626" sldId="526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90692097" sldId="5262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897571022" sldId="5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811195" sldId="526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385321015" sldId="5265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63525828" sldId="5266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017152809" sldId="5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503091294" sldId="526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00111494" sldId="526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073244060" sldId="5270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28.122" v="1028"/>
        <pc:sldMkLst>
          <pc:docMk/>
          <pc:sldMk cId="200159108" sldId="5274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7:56.097" v="1001"/>
        <pc:sldMkLst>
          <pc:docMk/>
          <pc:sldMk cId="3465983915" sldId="5275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9:14.465" v="1007"/>
        <pc:sldMkLst>
          <pc:docMk/>
          <pc:sldMk cId="44286736" sldId="5276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1:49.316" v="1015"/>
        <pc:sldMkLst>
          <pc:docMk/>
          <pc:sldMk cId="1285627370" sldId="5277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01.610" v="1023"/>
        <pc:sldMkLst>
          <pc:docMk/>
          <pc:sldMk cId="3919837406" sldId="5278"/>
        </pc:sldMkLst>
      </pc:sldChg>
      <pc:sldChg chg="new del">
        <pc:chgData name="Abhilash Puthanveettil Madathil" userId="d8011305-fc6a-4624-9916-5f1faf71aa6c" providerId="ADAL" clId="{5CBF45CB-4E0E-477E-96C4-1153B12CF362}" dt="2025-09-11T08:01:27.146" v="4" actId="47"/>
        <pc:sldMkLst>
          <pc:docMk/>
          <pc:sldMk cId="1247924721" sldId="5279"/>
        </pc:sldMkLst>
      </pc:sldChg>
      <pc:sldChg chg="addSp delSp modSp add mod modAnim">
        <pc:chgData name="Abhilash Puthanveettil Madathil" userId="d8011305-fc6a-4624-9916-5f1faf71aa6c" providerId="ADAL" clId="{5CBF45CB-4E0E-477E-96C4-1153B12CF362}" dt="2025-09-12T10:11:32.539" v="1539" actId="313"/>
        <pc:sldMkLst>
          <pc:docMk/>
          <pc:sldMk cId="1282305084" sldId="5280"/>
        </pc:sldMkLst>
      </pc:sldChg>
      <pc:sldChg chg="addSp delSp modSp add mod">
        <pc:chgData name="Abhilash Puthanveettil Madathil" userId="d8011305-fc6a-4624-9916-5f1faf71aa6c" providerId="ADAL" clId="{5CBF45CB-4E0E-477E-96C4-1153B12CF362}" dt="2025-09-11T11:40:56.119" v="501" actId="1076"/>
        <pc:sldMkLst>
          <pc:docMk/>
          <pc:sldMk cId="114895107" sldId="5281"/>
        </pc:sldMkLst>
      </pc:sldChg>
      <pc:sldChg chg="addSp delSp modSp add del mod">
        <pc:chgData name="Abhilash Puthanveettil Madathil" userId="d8011305-fc6a-4624-9916-5f1faf71aa6c" providerId="ADAL" clId="{5CBF45CB-4E0E-477E-96C4-1153B12CF362}" dt="2025-09-12T08:54:13.444" v="571" actId="47"/>
        <pc:sldMkLst>
          <pc:docMk/>
          <pc:sldMk cId="466345368" sldId="5282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31:48.109" v="871" actId="108"/>
        <pc:sldMkLst>
          <pc:docMk/>
          <pc:sldMk cId="3296916716" sldId="5283"/>
        </pc:sldMkLst>
      </pc:sldChg>
      <pc:sldChg chg="addSp delSp modSp add mod ord modAnim">
        <pc:chgData name="Abhilash Puthanveettil Madathil" userId="d8011305-fc6a-4624-9916-5f1faf71aa6c" providerId="ADAL" clId="{5CBF45CB-4E0E-477E-96C4-1153B12CF362}" dt="2025-09-12T09:11:40.892" v="742" actId="20577"/>
        <pc:sldMkLst>
          <pc:docMk/>
          <pc:sldMk cId="3278409490" sldId="5284"/>
        </pc:sldMkLst>
      </pc:sldChg>
      <pc:sldChg chg="modSp add mod">
        <pc:chgData name="Abhilash Puthanveettil Madathil" userId="d8011305-fc6a-4624-9916-5f1faf71aa6c" providerId="ADAL" clId="{5CBF45CB-4E0E-477E-96C4-1153B12CF362}" dt="2025-09-12T09:06:12.232" v="587" actId="2710"/>
        <pc:sldMkLst>
          <pc:docMk/>
          <pc:sldMk cId="1180591358" sldId="5285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49:40.463" v="1163" actId="1076"/>
        <pc:sldMkLst>
          <pc:docMk/>
          <pc:sldMk cId="3712259471" sldId="5286"/>
        </pc:sldMkLst>
      </pc:sldChg>
      <pc:sldMasterChg chg="delSldLayout">
        <pc:chgData name="Abhilash Puthanveettil Madathil" userId="d8011305-fc6a-4624-9916-5f1faf71aa6c" providerId="ADAL" clId="{5CBF45CB-4E0E-477E-96C4-1153B12CF362}" dt="2025-09-11T08:12:02.012" v="156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5CBF45CB-4E0E-477E-96C4-1153B12CF362}" dt="2025-09-11T08:12:02.012" v="156" actId="47"/>
          <pc:sldLayoutMkLst>
            <pc:docMk/>
            <pc:sldMasterMk cId="2866590782" sldId="2147483680"/>
            <pc:sldLayoutMk cId="908172764" sldId="2147483697"/>
          </pc:sldLayoutMkLst>
        </pc:sldLayoutChg>
      </pc:sldMasterChg>
    </pc:docChg>
  </pc:docChgLst>
  <pc:docChgLst>
    <pc:chgData name="Abhilash Puthanveettil Madathil" userId="d8011305-fc6a-4624-9916-5f1faf71aa6c" providerId="ADAL" clId="{24B81A1C-B6C0-4337-9379-9E6B49D58557}"/>
    <pc:docChg chg="undo custSel addSld delSld modSld sldOrd">
      <pc:chgData name="Abhilash Puthanveettil Madathil" userId="d8011305-fc6a-4624-9916-5f1faf71aa6c" providerId="ADAL" clId="{24B81A1C-B6C0-4337-9379-9E6B49D58557}" dt="2025-09-05T11:08:58.478" v="1479" actId="1076"/>
      <pc:docMkLst>
        <pc:docMk/>
      </pc:docMkLst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749156522" sldId="25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4211103" sldId="523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985867615" sldId="524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040671412" sldId="5243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093455659" sldId="524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364485425" sldId="524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833758513" sldId="525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70072454" sldId="5256"/>
        </pc:sldMkLst>
      </pc:sldChg>
      <pc:sldChg chg="new del ord">
        <pc:chgData name="Abhilash Puthanveettil Madathil" userId="d8011305-fc6a-4624-9916-5f1faf71aa6c" providerId="ADAL" clId="{24B81A1C-B6C0-4337-9379-9E6B49D58557}" dt="2025-09-03T13:44:15.827" v="5" actId="2696"/>
        <pc:sldMkLst>
          <pc:docMk/>
          <pc:sldMk cId="1258510351" sldId="525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966834390" sldId="5257"/>
        </pc:sldMkLst>
      </pc:sldChg>
      <pc:sldChg chg="modSp new mod ord">
        <pc:chgData name="Abhilash Puthanveettil Madathil" userId="d8011305-fc6a-4624-9916-5f1faf71aa6c" providerId="ADAL" clId="{24B81A1C-B6C0-4337-9379-9E6B49D58557}" dt="2025-09-05T06:47:01.805" v="432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24B81A1C-B6C0-4337-9379-9E6B49D58557}" dt="2025-09-05T06:52:50.391" v="589" actId="20577"/>
        <pc:sldMkLst>
          <pc:docMk/>
          <pc:sldMk cId="30811195" sldId="5264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5.629" v="835"/>
        <pc:sldMkLst>
          <pc:docMk/>
          <pc:sldMk cId="3385321015" sldId="526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33.247" v="831" actId="20577"/>
        <pc:sldMkLst>
          <pc:docMk/>
          <pc:sldMk cId="1663525828" sldId="526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1.252" v="833"/>
        <pc:sldMkLst>
          <pc:docMk/>
          <pc:sldMk cId="2017152809" sldId="526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9.363" v="837"/>
        <pc:sldMkLst>
          <pc:docMk/>
          <pc:sldMk cId="3503091294" sldId="5268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03.429" v="840" actId="108"/>
        <pc:sldMkLst>
          <pc:docMk/>
          <pc:sldMk cId="2400111494" sldId="5269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55.324" v="848" actId="1076"/>
        <pc:sldMkLst>
          <pc:docMk/>
          <pc:sldMk cId="1073244060" sldId="5270"/>
        </pc:sldMkLst>
      </pc:sldChg>
      <pc:sldChg chg="new del">
        <pc:chgData name="Abhilash Puthanveettil Madathil" userId="d8011305-fc6a-4624-9916-5f1faf71aa6c" providerId="ADAL" clId="{24B81A1C-B6C0-4337-9379-9E6B49D58557}" dt="2025-09-05T10:19:32.354" v="924" actId="47"/>
        <pc:sldMkLst>
          <pc:docMk/>
          <pc:sldMk cId="3176681252" sldId="5271"/>
        </pc:sldMkLst>
      </pc:sldChg>
      <pc:sldChg chg="addSp delSp modSp add del mod">
        <pc:chgData name="Abhilash Puthanveettil Madathil" userId="d8011305-fc6a-4624-9916-5f1faf71aa6c" providerId="ADAL" clId="{24B81A1C-B6C0-4337-9379-9E6B49D58557}" dt="2025-09-05T10:31:43.968" v="1140" actId="47"/>
        <pc:sldMkLst>
          <pc:docMk/>
          <pc:sldMk cId="3091476292" sldId="5272"/>
        </pc:sldMkLst>
      </pc:sldChg>
      <pc:sldChg chg="addSp modSp add mod">
        <pc:chgData name="Abhilash Puthanveettil Madathil" userId="d8011305-fc6a-4624-9916-5f1faf71aa6c" providerId="ADAL" clId="{24B81A1C-B6C0-4337-9379-9E6B49D58557}" dt="2025-09-05T11:08:58.478" v="1479" actId="1076"/>
        <pc:sldMkLst>
          <pc:docMk/>
          <pc:sldMk cId="1961750020" sldId="5273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7:38.050" v="1474" actId="58"/>
        <pc:sldMkLst>
          <pc:docMk/>
          <pc:sldMk cId="200159108" sldId="5274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5:40.590" v="1445" actId="208"/>
        <pc:sldMkLst>
          <pc:docMk/>
          <pc:sldMk cId="3465983915" sldId="527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5:59.152" v="1452" actId="1076"/>
        <pc:sldMkLst>
          <pc:docMk/>
          <pc:sldMk cId="44286736" sldId="527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20.589" v="1460" actId="1076"/>
        <pc:sldMkLst>
          <pc:docMk/>
          <pc:sldMk cId="1285627370" sldId="527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52.331" v="1468" actId="688"/>
        <pc:sldMkLst>
          <pc:docMk/>
          <pc:sldMk cId="3919837406" sldId="5278"/>
        </pc:sldMkLst>
      </pc:sldChg>
      <pc:sldChg chg="add del">
        <pc:chgData name="Abhilash Puthanveettil Madathil" userId="d8011305-fc6a-4624-9916-5f1faf71aa6c" providerId="ADAL" clId="{24B81A1C-B6C0-4337-9379-9E6B49D58557}" dt="2025-09-05T11:02:01.091" v="1393"/>
        <pc:sldMkLst>
          <pc:docMk/>
          <pc:sldMk cId="495947576" sldId="5279"/>
        </pc:sldMkLst>
      </pc:sldChg>
    </pc:docChg>
  </pc:docChgLst>
  <pc:docChgLst>
    <pc:chgData name="Abhilash Puthanveettil Madathil" userId="d8011305-fc6a-4624-9916-5f1faf71aa6c" providerId="ADAL" clId="{C4AEB7AB-C593-47B2-BC09-31185AC28555}"/>
    <pc:docChg chg="undo custSel addSld delSld modSld sldOrd">
      <pc:chgData name="Abhilash Puthanveettil Madathil" userId="d8011305-fc6a-4624-9916-5f1faf71aa6c" providerId="ADAL" clId="{C4AEB7AB-C593-47B2-BC09-31185AC28555}" dt="2025-08-29T15:54:54.518" v="4865" actId="14100"/>
      <pc:docMkLst>
        <pc:docMk/>
      </pc:docMkLst>
      <pc:sldChg chg="modSp mod modTransition">
        <pc:chgData name="Abhilash Puthanveettil Madathil" userId="d8011305-fc6a-4624-9916-5f1faf71aa6c" providerId="ADAL" clId="{C4AEB7AB-C593-47B2-BC09-31185AC28555}" dt="2025-08-29T09:25:32.046" v="4669" actId="404"/>
        <pc:sldMkLst>
          <pc:docMk/>
          <pc:sldMk cId="1907673375" sldId="257"/>
        </pc:sldMkLst>
      </pc:sldChg>
      <pc:sldChg chg="modSp add mod modTransition">
        <pc:chgData name="Abhilash Puthanveettil Madathil" userId="d8011305-fc6a-4624-9916-5f1faf71aa6c" providerId="ADAL" clId="{C4AEB7AB-C593-47B2-BC09-31185AC28555}" dt="2025-08-28T14:58:32.397" v="4580" actId="14100"/>
        <pc:sldMkLst>
          <pc:docMk/>
          <pc:sldMk cId="2749156522" sldId="259"/>
        </pc:sldMkLst>
      </pc:sldChg>
      <pc:sldChg chg="addSp delSp modSp add mod ord modTransition">
        <pc:chgData name="Abhilash Puthanveettil Madathil" userId="d8011305-fc6a-4624-9916-5f1faf71aa6c" providerId="ADAL" clId="{C4AEB7AB-C593-47B2-BC09-31185AC28555}" dt="2025-08-28T14:51:17.477" v="4558" actId="1076"/>
        <pc:sldMkLst>
          <pc:docMk/>
          <pc:sldMk cId="2843819804" sldId="262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1:51:43.994" v="3164" actId="207"/>
        <pc:sldMkLst>
          <pc:docMk/>
          <pc:sldMk cId="3983546814" sldId="263"/>
        </pc:sldMkLst>
      </pc:sldChg>
      <pc:sldChg chg="addSp delSp modSp add mod modTransition modClrScheme chgLayout">
        <pc:chgData name="Abhilash Puthanveettil Madathil" userId="d8011305-fc6a-4624-9916-5f1faf71aa6c" providerId="ADAL" clId="{C4AEB7AB-C593-47B2-BC09-31185AC28555}" dt="2025-08-29T08:48:59.262" v="4590" actId="20577"/>
        <pc:sldMkLst>
          <pc:docMk/>
          <pc:sldMk cId="39235005" sldId="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03279357" sldId="516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070675377" sldId="523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842166683" sldId="523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20241955" sldId="523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12982194" sldId="5237"/>
        </pc:sldMkLst>
      </pc:sldChg>
      <pc:sldChg chg="delSp modSp add mod ord modTransition">
        <pc:chgData name="Abhilash Puthanveettil Madathil" userId="d8011305-fc6a-4624-9916-5f1faf71aa6c" providerId="ADAL" clId="{C4AEB7AB-C593-47B2-BC09-31185AC28555}" dt="2025-08-29T10:48:05.458" v="4770" actId="1076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371333297" sldId="5238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7T14:49:04.270" v="2754"/>
        <pc:sldMkLst>
          <pc:docMk/>
          <pc:sldMk cId="24211103" sldId="5239"/>
        </pc:sldMkLst>
      </pc:sldChg>
      <pc:sldChg chg="new del">
        <pc:chgData name="Abhilash Puthanveettil Madathil" userId="d8011305-fc6a-4624-9916-5f1faf71aa6c" providerId="ADAL" clId="{C4AEB7AB-C593-47B2-BC09-31185AC28555}" dt="2025-08-22T10:40:37.240" v="232" actId="680"/>
        <pc:sldMkLst>
          <pc:docMk/>
          <pc:sldMk cId="1850402077" sldId="523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407396153" sldId="5239"/>
        </pc:sldMkLst>
      </pc:sldChg>
      <pc:sldChg chg="addSp modSp new mod modTransition modClrScheme chgLayout">
        <pc:chgData name="Abhilash Puthanveettil Madathil" userId="d8011305-fc6a-4624-9916-5f1faf71aa6c" providerId="ADAL" clId="{C4AEB7AB-C593-47B2-BC09-31185AC28555}" dt="2025-08-28T14:06:41.968" v="4488" actId="14100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04050280" sldId="5240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4:27:49.182" v="4512" actId="14100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82186192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709397000" sldId="5242"/>
        </pc:sldMkLst>
      </pc:sldChg>
      <pc:sldChg chg="addSp delSp modSp new mod ord modTransition">
        <pc:chgData name="Abhilash Puthanveettil Madathil" userId="d8011305-fc6a-4624-9916-5f1faf71aa6c" providerId="ADAL" clId="{C4AEB7AB-C593-47B2-BC09-31185AC28555}" dt="2025-08-28T11:49:41.930" v="3150" actId="14100"/>
        <pc:sldMkLst>
          <pc:docMk/>
          <pc:sldMk cId="1985867615" sldId="5242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8T14:43:34.241" v="4552" actId="1076"/>
        <pc:sldMkLst>
          <pc:docMk/>
          <pc:sldMk cId="1040671412" sldId="5243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3:58:09.292" v="4389" actId="21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35250842" sldId="5244"/>
        </pc:sldMkLst>
      </pc:sldChg>
      <pc:sldChg chg="new del">
        <pc:chgData name="Abhilash Puthanveettil Madathil" userId="d8011305-fc6a-4624-9916-5f1faf71aa6c" providerId="ADAL" clId="{C4AEB7AB-C593-47B2-BC09-31185AC28555}" dt="2025-08-22T11:02:13.927" v="1163" actId="47"/>
        <pc:sldMkLst>
          <pc:docMk/>
          <pc:sldMk cId="3261160817" sldId="524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310637141" sldId="5245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4:59:38.592" v="4581" actId="404"/>
        <pc:sldMkLst>
          <pc:docMk/>
          <pc:sldMk cId="3093455659" sldId="5246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1:50:26.722" v="3158" actId="14100"/>
        <pc:sldMkLst>
          <pc:docMk/>
          <pc:sldMk cId="3488900210" sldId="5247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4:41:47.748" v="4543" actId="1076"/>
        <pc:sldMkLst>
          <pc:docMk/>
          <pc:sldMk cId="710305279" sldId="5248"/>
        </pc:sldMkLst>
      </pc:sldChg>
      <pc:sldChg chg="addSp delSp modSp del mod chgLayout">
        <pc:chgData name="Abhilash Puthanveettil Madathil" userId="d8011305-fc6a-4624-9916-5f1faf71aa6c" providerId="ADAL" clId="{C4AEB7AB-C593-47B2-BC09-31185AC28555}" dt="2025-08-22T10:38:10.060" v="201" actId="47"/>
        <pc:sldMkLst>
          <pc:docMk/>
          <pc:sldMk cId="1935553133" sldId="524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1771053" sldId="5249"/>
        </pc:sldMkLst>
      </pc:sldChg>
      <pc:sldChg chg="addSp delSp modSp new del mod">
        <pc:chgData name="Abhilash Puthanveettil Madathil" userId="d8011305-fc6a-4624-9916-5f1faf71aa6c" providerId="ADAL" clId="{C4AEB7AB-C593-47B2-BC09-31185AC28555}" dt="2025-08-26T13:24:03.297" v="2364" actId="47"/>
        <pc:sldMkLst>
          <pc:docMk/>
          <pc:sldMk cId="217254541" sldId="5249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08:35:27.685" v="2792" actId="20577"/>
        <pc:sldMkLst>
          <pc:docMk/>
          <pc:sldMk cId="1364485425" sldId="5249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9T10:41:37.038" v="4760" actId="108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65786797" sldId="5250"/>
        </pc:sldMkLst>
      </pc:sldChg>
      <pc:sldChg chg="add">
        <pc:chgData name="Abhilash Puthanveettil Madathil" userId="d8011305-fc6a-4624-9916-5f1faf71aa6c" providerId="ADAL" clId="{C4AEB7AB-C593-47B2-BC09-31185AC28555}" dt="2025-08-28T08:36:30.863" v="2810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78226348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265455841" sldId="5252"/>
        </pc:sldMkLst>
      </pc:sldChg>
      <pc:sldChg chg="modSp add mod">
        <pc:chgData name="Abhilash Puthanveettil Madathil" userId="d8011305-fc6a-4624-9916-5f1faf71aa6c" providerId="ADAL" clId="{C4AEB7AB-C593-47B2-BC09-31185AC28555}" dt="2025-08-29T09:38:25.897" v="4733" actId="20577"/>
        <pc:sldMkLst>
          <pc:docMk/>
          <pc:sldMk cId="3833758513" sldId="5252"/>
        </pc:sldMkLst>
      </pc:sldChg>
      <pc:sldChg chg="new del">
        <pc:chgData name="Abhilash Puthanveettil Madathil" userId="d8011305-fc6a-4624-9916-5f1faf71aa6c" providerId="ADAL" clId="{C4AEB7AB-C593-47B2-BC09-31185AC28555}" dt="2025-08-28T12:22:42.394" v="3994" actId="47"/>
        <pc:sldMkLst>
          <pc:docMk/>
          <pc:sldMk cId="1110800065" sldId="5253"/>
        </pc:sldMkLst>
      </pc:sldChg>
      <pc:sldChg chg="modSp add del mod">
        <pc:chgData name="Abhilash Puthanveettil Madathil" userId="d8011305-fc6a-4624-9916-5f1faf71aa6c" providerId="ADAL" clId="{C4AEB7AB-C593-47B2-BC09-31185AC28555}" dt="2025-08-28T12:09:30.886" v="3428" actId="47"/>
        <pc:sldMkLst>
          <pc:docMk/>
          <pc:sldMk cId="192024708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2739015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43457900" sldId="5254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0:54:32.076" v="4864" actId="20577"/>
        <pc:sldMkLst>
          <pc:docMk/>
          <pc:sldMk cId="3216463083" sldId="5254"/>
        </pc:sldMkLst>
      </pc:sldChg>
      <pc:sldChg chg="new del">
        <pc:chgData name="Abhilash Puthanveettil Madathil" userId="d8011305-fc6a-4624-9916-5f1faf71aa6c" providerId="ADAL" clId="{C4AEB7AB-C593-47B2-BC09-31185AC28555}" dt="2025-08-28T12:54:50.811" v="4066" actId="47"/>
        <pc:sldMkLst>
          <pc:docMk/>
          <pc:sldMk cId="1984947016" sldId="5255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5:54:54.518" v="4865" actId="14100"/>
        <pc:sldMkLst>
          <pc:docMk/>
          <pc:sldMk cId="2994739329" sldId="525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76644509" sldId="5255"/>
        </pc:sldMkLst>
      </pc:sldChg>
      <pc:sldChg chg="addSp delSp modSp new mod">
        <pc:chgData name="Abhilash Puthanveettil Madathil" userId="d8011305-fc6a-4624-9916-5f1faf71aa6c" providerId="ADAL" clId="{C4AEB7AB-C593-47B2-BC09-31185AC28555}" dt="2025-08-28T14:03:45.018" v="4486" actId="1076"/>
        <pc:sldMkLst>
          <pc:docMk/>
          <pc:sldMk cId="470072454" sldId="5256"/>
        </pc:sldMkLst>
      </pc:sldChg>
      <pc:sldChg chg="add del">
        <pc:chgData name="Abhilash Puthanveettil Madathil" userId="d8011305-fc6a-4624-9916-5f1faf71aa6c" providerId="ADAL" clId="{C4AEB7AB-C593-47B2-BC09-31185AC28555}" dt="2025-08-28T12:56:34.185" v="4067" actId="47"/>
        <pc:sldMkLst>
          <pc:docMk/>
          <pc:sldMk cId="3234830069" sldId="5256"/>
        </pc:sldMkLst>
      </pc:sldChg>
      <pc:sldChg chg="addSp delSp modSp new mod">
        <pc:chgData name="Abhilash Puthanveettil Madathil" userId="d8011305-fc6a-4624-9916-5f1faf71aa6c" providerId="ADAL" clId="{C4AEB7AB-C593-47B2-BC09-31185AC28555}" dt="2025-08-29T10:39:20.080" v="4759" actId="1076"/>
        <pc:sldMkLst>
          <pc:docMk/>
          <pc:sldMk cId="966834390" sldId="5257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99419050" sldId="5257"/>
        </pc:sldMkLst>
      </pc:sldChg>
      <pc:sldChg chg="new del">
        <pc:chgData name="Abhilash Puthanveettil Madathil" userId="d8011305-fc6a-4624-9916-5f1faf71aa6c" providerId="ADAL" clId="{C4AEB7AB-C593-47B2-BC09-31185AC28555}" dt="2025-08-29T10:47:10.655" v="4765" actId="47"/>
        <pc:sldMkLst>
          <pc:docMk/>
          <pc:sldMk cId="1394798472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59516012" sldId="5258"/>
        </pc:sldMkLst>
      </pc:sldChg>
      <pc:sldChg chg="addSp delSp modSp new del mod modClrScheme chgLayout">
        <pc:chgData name="Abhilash Puthanveettil Madathil" userId="d8011305-fc6a-4624-9916-5f1faf71aa6c" providerId="ADAL" clId="{C4AEB7AB-C593-47B2-BC09-31185AC28555}" dt="2025-08-29T10:42:31.383" v="4761" actId="47"/>
        <pc:sldMkLst>
          <pc:docMk/>
          <pc:sldMk cId="3173915386" sldId="5258"/>
        </pc:sldMkLst>
      </pc:sldChg>
      <pc:sldChg chg="new del">
        <pc:chgData name="Abhilash Puthanveettil Madathil" userId="d8011305-fc6a-4624-9916-5f1faf71aa6c" providerId="ADAL" clId="{C4AEB7AB-C593-47B2-BC09-31185AC28555}" dt="2025-08-29T10:47:04.868" v="4763" actId="47"/>
        <pc:sldMkLst>
          <pc:docMk/>
          <pc:sldMk cId="3586304989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115754246" sldId="525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9053534" sldId="526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77525729" sldId="526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386602190" sldId="526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42321857" sldId="526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570603677" sldId="5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669718292" sldId="5268"/>
        </pc:sldMkLst>
      </pc:sldChg>
    </pc:docChg>
  </pc:docChgLst>
  <pc:docChgLst>
    <pc:chgData name="Abhilash Puthanveettil Madathil" userId="d8011305-fc6a-4624-9916-5f1faf71aa6c" providerId="ADAL" clId="{BCB380B8-8802-407E-9B51-8CFA6E09186B}"/>
    <pc:docChg chg="undo custSel addSld delSld modSld sldOrd">
      <pc:chgData name="Abhilash Puthanveettil Madathil" userId="d8011305-fc6a-4624-9916-5f1faf71aa6c" providerId="ADAL" clId="{BCB380B8-8802-407E-9B51-8CFA6E09186B}" dt="2025-09-19T15:15:37.638" v="1401" actId="9405"/>
      <pc:docMkLst>
        <pc:docMk/>
      </pc:docMkLst>
      <pc:sldChg chg="modSp mod">
        <pc:chgData name="Abhilash Puthanveettil Madathil" userId="d8011305-fc6a-4624-9916-5f1faf71aa6c" providerId="ADAL" clId="{BCB380B8-8802-407E-9B51-8CFA6E09186B}" dt="2025-09-19T11:02:25.804" v="1092" actId="20577"/>
        <pc:sldMkLst>
          <pc:docMk/>
          <pc:sldMk cId="1907673375" sldId="257"/>
        </pc:sldMkLst>
      </pc:sldChg>
      <pc:sldChg chg="addSp modSp mod">
        <pc:chgData name="Abhilash Puthanveettil Madathil" userId="d8011305-fc6a-4624-9916-5f1faf71aa6c" providerId="ADAL" clId="{BCB380B8-8802-407E-9B51-8CFA6E09186B}" dt="2025-09-19T11:30:47.965" v="1375" actId="20577"/>
        <pc:sldMkLst>
          <pc:docMk/>
          <pc:sldMk cId="1235313199" sldId="258"/>
        </pc:sldMkLst>
      </pc:sldChg>
      <pc:sldChg chg="modSp mod">
        <pc:chgData name="Abhilash Puthanveettil Madathil" userId="d8011305-fc6a-4624-9916-5f1faf71aa6c" providerId="ADAL" clId="{BCB380B8-8802-407E-9B51-8CFA6E09186B}" dt="2025-09-19T11:01:25.468" v="1082" actId="14100"/>
        <pc:sldMkLst>
          <pc:docMk/>
          <pc:sldMk cId="3946753422" sldId="262"/>
        </pc:sldMkLst>
      </pc:sldChg>
      <pc:sldChg chg="addSp delSp modSp mod">
        <pc:chgData name="Abhilash Puthanveettil Madathil" userId="d8011305-fc6a-4624-9916-5f1faf71aa6c" providerId="ADAL" clId="{BCB380B8-8802-407E-9B51-8CFA6E09186B}" dt="2025-09-19T11:30:08.007" v="1367" actId="20577"/>
        <pc:sldMkLst>
          <pc:docMk/>
          <pc:sldMk cId="1501806569" sldId="264"/>
        </pc:sldMkLst>
      </pc:sldChg>
      <pc:sldChg chg="addSp modSp mod">
        <pc:chgData name="Abhilash Puthanveettil Madathil" userId="d8011305-fc6a-4624-9916-5f1faf71aa6c" providerId="ADAL" clId="{BCB380B8-8802-407E-9B51-8CFA6E09186B}" dt="2025-09-18T05:50:04.387" v="462" actId="20577"/>
        <pc:sldMkLst>
          <pc:docMk/>
          <pc:sldMk cId="4155161756" sldId="265"/>
        </pc:sldMkLst>
      </pc:sldChg>
      <pc:sldChg chg="modSp mod">
        <pc:chgData name="Abhilash Puthanveettil Madathil" userId="d8011305-fc6a-4624-9916-5f1faf71aa6c" providerId="ADAL" clId="{BCB380B8-8802-407E-9B51-8CFA6E09186B}" dt="2025-09-19T11:23:48.653" v="1172" actId="27636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961750020" sldId="527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200159108" sldId="5274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465983915" sldId="5275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44286736" sldId="527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5627370" sldId="527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919837406" sldId="5278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2305084" sldId="5280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14895107" sldId="5281"/>
        </pc:sldMkLst>
      </pc:sldChg>
      <pc:sldChg chg="modSp mod">
        <pc:chgData name="Abhilash Puthanveettil Madathil" userId="d8011305-fc6a-4624-9916-5f1faf71aa6c" providerId="ADAL" clId="{BCB380B8-8802-407E-9B51-8CFA6E09186B}" dt="2025-09-19T13:54:42.706" v="1394" actId="20577"/>
        <pc:sldMkLst>
          <pc:docMk/>
          <pc:sldMk cId="3296916716" sldId="528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278409490" sldId="5284"/>
        </pc:sldMkLst>
      </pc:sldChg>
      <pc:sldChg chg="modSp mod">
        <pc:chgData name="Abhilash Puthanveettil Madathil" userId="d8011305-fc6a-4624-9916-5f1faf71aa6c" providerId="ADAL" clId="{BCB380B8-8802-407E-9B51-8CFA6E09186B}" dt="2025-09-19T11:00:42.959" v="1079" actId="20577"/>
        <pc:sldMkLst>
          <pc:docMk/>
          <pc:sldMk cId="1180591358" sldId="5285"/>
        </pc:sldMkLst>
      </pc:sldChg>
      <pc:sldChg chg="modSp new del mod">
        <pc:chgData name="Abhilash Puthanveettil Madathil" userId="d8011305-fc6a-4624-9916-5f1faf71aa6c" providerId="ADAL" clId="{BCB380B8-8802-407E-9B51-8CFA6E09186B}" dt="2025-09-18T06:17:49.884" v="483" actId="47"/>
        <pc:sldMkLst>
          <pc:docMk/>
          <pc:sldMk cId="2189599444" sldId="528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712259471" sldId="5286"/>
        </pc:sldMkLst>
      </pc:sldChg>
      <pc:sldChg chg="addSp modSp new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3084917589" sldId="5287"/>
        </pc:sldMkLst>
      </pc:sldChg>
      <pc:sldChg chg="addSp delSp modSp add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2216905751" sldId="5288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5:15:37.638" v="1401" actId="9405"/>
        <pc:sldMkLst>
          <pc:docMk/>
          <pc:sldMk cId="2916486825" sldId="5289"/>
        </pc:sldMkLst>
      </pc:sldChg>
      <pc:sldChg chg="addSp delSp modSp new mod ord modClrScheme chgLayout">
        <pc:chgData name="Abhilash Puthanveettil Madathil" userId="d8011305-fc6a-4624-9916-5f1faf71aa6c" providerId="ADAL" clId="{BCB380B8-8802-407E-9B51-8CFA6E09186B}" dt="2025-09-19T11:17:30.345" v="1167" actId="20577"/>
        <pc:sldMkLst>
          <pc:docMk/>
          <pc:sldMk cId="3953965154" sldId="5290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8T11:03:44.624" v="584" actId="962"/>
        <pc:sldMkLst>
          <pc:docMk/>
          <pc:sldMk cId="405584616" sldId="5291"/>
        </pc:sldMkLst>
      </pc:sldChg>
      <pc:sldChg chg="addSp delSp modSp new mod">
        <pc:chgData name="Abhilash Puthanveettil Madathil" userId="d8011305-fc6a-4624-9916-5f1faf71aa6c" providerId="ADAL" clId="{BCB380B8-8802-407E-9B51-8CFA6E09186B}" dt="2025-09-18T11:06:43.658" v="591" actId="1076"/>
        <pc:sldMkLst>
          <pc:docMk/>
          <pc:sldMk cId="332089294" sldId="5292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0:08:01.080" v="664" actId="20577"/>
        <pc:sldMkLst>
          <pc:docMk/>
          <pc:sldMk cId="846205844" sldId="5293"/>
        </pc:sldMkLst>
      </pc:sldChg>
    </pc:docChg>
  </pc:docChgLst>
  <pc:docChgLst>
    <pc:chgData name="Abhilash Puthanveettil Madathil" userId="d8011305-fc6a-4624-9916-5f1faf71aa6c" providerId="ADAL" clId="{37D6176F-80B2-4EF5-B286-45320985E911}"/>
    <pc:docChg chg="custSel delSld modSld">
      <pc:chgData name="Abhilash Puthanveettil Madathil" userId="d8011305-fc6a-4624-9916-5f1faf71aa6c" providerId="ADAL" clId="{37D6176F-80B2-4EF5-B286-45320985E911}" dt="2025-11-10T10:39:51.149" v="62" actId="47"/>
      <pc:docMkLst>
        <pc:docMk/>
      </pc:docMkLst>
      <pc:sldChg chg="modSp mod">
        <pc:chgData name="Abhilash Puthanveettil Madathil" userId="d8011305-fc6a-4624-9916-5f1faf71aa6c" providerId="ADAL" clId="{37D6176F-80B2-4EF5-B286-45320985E911}" dt="2025-11-10T10:39:03.790" v="54" actId="20577"/>
        <pc:sldMkLst>
          <pc:docMk/>
          <pc:sldMk cId="1907673375" sldId="257"/>
        </pc:sldMkLst>
        <pc:spChg chg="mod">
          <ac:chgData name="Abhilash Puthanveettil Madathil" userId="d8011305-fc6a-4624-9916-5f1faf71aa6c" providerId="ADAL" clId="{37D6176F-80B2-4EF5-B286-45320985E911}" dt="2025-11-10T10:39:03.790" v="54" actId="20577"/>
          <ac:spMkLst>
            <pc:docMk/>
            <pc:sldMk cId="1907673375" sldId="257"/>
            <ac:spMk id="26" creationId="{25451483-8D7C-5343-AC73-67C6E4A0C645}"/>
          </ac:spMkLst>
        </pc:spChg>
      </pc:sldChg>
      <pc:sldChg chg="modSp mod">
        <pc:chgData name="Abhilash Puthanveettil Madathil" userId="d8011305-fc6a-4624-9916-5f1faf71aa6c" providerId="ADAL" clId="{37D6176F-80B2-4EF5-B286-45320985E911}" dt="2025-11-10T10:39:08.057" v="55" actId="20577"/>
        <pc:sldMkLst>
          <pc:docMk/>
          <pc:sldMk cId="3516092615" sldId="5257"/>
        </pc:sldMkLst>
        <pc:spChg chg="mod">
          <ac:chgData name="Abhilash Puthanveettil Madathil" userId="d8011305-fc6a-4624-9916-5f1faf71aa6c" providerId="ADAL" clId="{37D6176F-80B2-4EF5-B286-45320985E911}" dt="2025-11-10T10:39:08.057" v="55" actId="20577"/>
          <ac:spMkLst>
            <pc:docMk/>
            <pc:sldMk cId="3516092615" sldId="5257"/>
            <ac:spMk id="2" creationId="{5E8CA369-9724-D960-F4D0-4ADCB1896926}"/>
          </ac:spMkLst>
        </pc:spChg>
      </pc:sldChg>
      <pc:sldChg chg="modSp mod">
        <pc:chgData name="Abhilash Puthanveettil Madathil" userId="d8011305-fc6a-4624-9916-5f1faf71aa6c" providerId="ADAL" clId="{37D6176F-80B2-4EF5-B286-45320985E911}" dt="2025-11-10T10:39:13.426" v="56" actId="6549"/>
        <pc:sldMkLst>
          <pc:docMk/>
          <pc:sldMk cId="3296916716" sldId="5283"/>
        </pc:sldMkLst>
        <pc:spChg chg="mod">
          <ac:chgData name="Abhilash Puthanveettil Madathil" userId="d8011305-fc6a-4624-9916-5f1faf71aa6c" providerId="ADAL" clId="{37D6176F-80B2-4EF5-B286-45320985E911}" dt="2025-11-10T10:39:13.426" v="56" actId="6549"/>
          <ac:spMkLst>
            <pc:docMk/>
            <pc:sldMk cId="3296916716" sldId="5283"/>
            <ac:spMk id="3" creationId="{1A511CDD-FEF6-64DA-4129-C19D2299B9F2}"/>
          </ac:spMkLst>
        </pc:spChg>
      </pc:sldChg>
      <pc:sldChg chg="delSp mod">
        <pc:chgData name="Abhilash Puthanveettil Madathil" userId="d8011305-fc6a-4624-9916-5f1faf71aa6c" providerId="ADAL" clId="{37D6176F-80B2-4EF5-B286-45320985E911}" dt="2025-11-10T10:39:46.399" v="60" actId="478"/>
        <pc:sldMkLst>
          <pc:docMk/>
          <pc:sldMk cId="2916486825" sldId="5289"/>
        </pc:sldMkLst>
        <pc:grpChg chg="del">
          <ac:chgData name="Abhilash Puthanveettil Madathil" userId="d8011305-fc6a-4624-9916-5f1faf71aa6c" providerId="ADAL" clId="{37D6176F-80B2-4EF5-B286-45320985E911}" dt="2025-11-10T10:39:44.739" v="58" actId="478"/>
          <ac:grpSpMkLst>
            <pc:docMk/>
            <pc:sldMk cId="2916486825" sldId="5289"/>
            <ac:grpSpMk id="7" creationId="{E4BC4F65-15B5-32D6-EB39-82FA40F3443C}"/>
          </ac:grpSpMkLst>
        </pc:grpChg>
        <pc:inkChg chg="del">
          <ac:chgData name="Abhilash Puthanveettil Madathil" userId="d8011305-fc6a-4624-9916-5f1faf71aa6c" providerId="ADAL" clId="{37D6176F-80B2-4EF5-B286-45320985E911}" dt="2025-11-10T10:39:45.776" v="59" actId="478"/>
          <ac:inkMkLst>
            <pc:docMk/>
            <pc:sldMk cId="2916486825" sldId="5289"/>
            <ac:inkMk id="2" creationId="{7D11DDC1-FF29-7B7C-D29E-1706025A752A}"/>
          </ac:inkMkLst>
        </pc:inkChg>
        <pc:inkChg chg="del">
          <ac:chgData name="Abhilash Puthanveettil Madathil" userId="d8011305-fc6a-4624-9916-5f1faf71aa6c" providerId="ADAL" clId="{37D6176F-80B2-4EF5-B286-45320985E911}" dt="2025-11-10T10:39:46.399" v="60" actId="478"/>
          <ac:inkMkLst>
            <pc:docMk/>
            <pc:sldMk cId="2916486825" sldId="5289"/>
            <ac:inkMk id="9" creationId="{C6C80DDC-3D41-150E-9F8B-ED12D32C5622}"/>
          </ac:inkMkLst>
        </pc:inkChg>
      </pc:sldChg>
      <pc:sldChg chg="del">
        <pc:chgData name="Abhilash Puthanveettil Madathil" userId="d8011305-fc6a-4624-9916-5f1faf71aa6c" providerId="ADAL" clId="{37D6176F-80B2-4EF5-B286-45320985E911}" dt="2025-11-10T10:39:49.988" v="61" actId="47"/>
        <pc:sldMkLst>
          <pc:docMk/>
          <pc:sldMk cId="405584616" sldId="5291"/>
        </pc:sldMkLst>
      </pc:sldChg>
      <pc:sldChg chg="del">
        <pc:chgData name="Abhilash Puthanveettil Madathil" userId="d8011305-fc6a-4624-9916-5f1faf71aa6c" providerId="ADAL" clId="{37D6176F-80B2-4EF5-B286-45320985E911}" dt="2025-11-10T10:39:51.149" v="62" actId="47"/>
        <pc:sldMkLst>
          <pc:docMk/>
          <pc:sldMk cId="332089294" sldId="5292"/>
        </pc:sldMkLst>
      </pc:sldChg>
      <pc:sldChg chg="del">
        <pc:chgData name="Abhilash Puthanveettil Madathil" userId="d8011305-fc6a-4624-9916-5f1faf71aa6c" providerId="ADAL" clId="{37D6176F-80B2-4EF5-B286-45320985E911}" dt="2025-11-10T10:39:39.585" v="57" actId="47"/>
        <pc:sldMkLst>
          <pc:docMk/>
          <pc:sldMk cId="846205844" sldId="5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2D4AC-FDE1-4859-9B97-5383E64BFF81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6F4C5-6B97-4769-8730-C90D4D935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99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13B8D9-E454-1E4A-BB8A-3D304A3417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72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384C-27DB-763C-BC42-3F4A6C94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7C64F-42F2-8AE0-3181-45C74098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63FE-9A74-9FC9-67A0-7EADB126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17D61-D163-92B2-B75F-135DBFB9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948B-79A3-2352-1A38-94C17B72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85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F959-DEEA-5CF9-AECA-C8D05C18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E1EC-B19A-A345-F578-8C53C832D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4774-26B9-7813-10A1-5DADBFE7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3C28C-ADCB-22C2-AA43-2D286C0A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9FA2-CB9E-A964-BCD2-AE1CADA5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AFA2-64D3-3B9F-CF1F-906B6D04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C41A7-14A3-2734-8214-A3515CC7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82AD5-3464-0B16-07D5-BACE1F5A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B4212-7711-6908-C234-F0BFC229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86FD-BAA3-D9E2-D2D2-87F57B53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36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C761-2679-E956-5A74-7629E7DB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7A84-8D10-C8CE-4920-8DE73F284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7E709-1B28-D22A-EACE-12D335293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2CA69-3A4A-1E66-68CE-39D9450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6B3D2-2A37-A6E0-CC99-B4B6F811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7EC69-6723-CFDF-4385-D1F0E262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5E3D-A43F-4C92-F016-3E449A54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85E97-EDD1-3519-D14D-5BF8C4CC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1B803-3D68-604A-8DFC-912A6371D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7F7D4-99FA-613C-00BE-F6B2A07F5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AE22C-AC28-5241-7365-574998E4F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701E1-EB98-132F-C3B7-37A46D5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BDABF-932D-2E50-5FB8-B7B1B6F0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0CCA6-4BA7-413E-1773-1D828F50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3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7AE-8F0C-08DF-FC15-71FC0AF8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8D390-13A9-B4D2-9988-E6D0B8E6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C13AD-3509-5FE1-4494-2ABCB4E4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0EFE6-8101-03EF-B8C2-9652512D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1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6DB4D-932C-CDC6-F63A-09709E7D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49DE3-D8AF-72BB-E5AA-F369E4ED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76096-B08B-1A74-C72C-6099FE44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3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0077-06FA-3F75-363F-652068A3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E6E7-396C-EF3F-2E57-60C19206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CF30E-AF39-9CF5-9CB3-3B53A4B6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907C7-6669-3EFD-5E74-B1FECC0C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56133-8252-13C9-7D8D-BDA08228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209EF-6477-D7D4-DB09-4BDE3844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3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717B-ADD8-51F3-BFD2-BEBAEE53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118E8-9E3D-3D90-388F-ADA244F4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7582-CA1F-97A9-5348-A07F1D81F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2709-610F-0660-8C0D-7F57389A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D9B9-B6E8-0147-A9C9-C62BB9BB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5A6AA-4617-7B44-8128-CDEA28BB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46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1B14-E76D-D1B0-CD4B-6750CCDF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92CB-5545-B7F6-C8B1-AAC53F1FF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5940-DC2C-9531-EFA2-C3A78FE2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E816-A16E-3FBF-98FF-36A15EAC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6721-E357-D836-4EBA-DA4A853A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90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3A5A2-2FB1-9F36-7FEB-931EE2A9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48B4D-763A-8FBA-07C8-554355F38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3C20-BD86-2228-C1F1-30538B26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BD76-E5D7-4B43-5644-2D2743FD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9424D-2DAF-F879-5462-320EA87F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698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2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64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5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CF25B22E-756E-9044-A4C4-0E028A5F9C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43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CD2C50FB-3BCF-8146-8C21-DE6A381B98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C135C06-5B2A-3345-B7CD-1DDE09D8E2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389425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700610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64">
          <p15:clr>
            <a:srgbClr val="FBAE40"/>
          </p15:clr>
        </p15:guide>
        <p15:guide id="2" pos="2615">
          <p15:clr>
            <a:srgbClr val="FBAE40"/>
          </p15:clr>
        </p15:guide>
        <p15:guide id="3" pos="6970">
          <p15:clr>
            <a:srgbClr val="FBAE40"/>
          </p15:clr>
        </p15:guide>
        <p15:guide id="4" pos="66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64D43C-BE8C-9743-943E-9B2BA74736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1305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05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60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0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6DFFD30-A1E7-304D-B2FF-E2E1C01E55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460" y="29432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61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B975375-B147-D141-9AA0-62EA349DF6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473121"/>
            <a:ext cx="4368800" cy="2965904"/>
          </a:xfrm>
          <a:custGeom>
            <a:avLst/>
            <a:gdLst>
              <a:gd name="connsiteX0" fmla="*/ 0 w 4368800"/>
              <a:gd name="connsiteY0" fmla="*/ 0 h 2965904"/>
              <a:gd name="connsiteX1" fmla="*/ 4368800 w 4368800"/>
              <a:gd name="connsiteY1" fmla="*/ 0 h 2965904"/>
              <a:gd name="connsiteX2" fmla="*/ 4368800 w 4368800"/>
              <a:gd name="connsiteY2" fmla="*/ 2127166 h 2965904"/>
              <a:gd name="connsiteX3" fmla="*/ 3530062 w 4368800"/>
              <a:gd name="connsiteY3" fmla="*/ 2965904 h 2965904"/>
              <a:gd name="connsiteX4" fmla="*/ 0 w 4368800"/>
              <a:gd name="connsiteY4" fmla="*/ 2965904 h 296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8800" h="2965904">
                <a:moveTo>
                  <a:pt x="0" y="0"/>
                </a:moveTo>
                <a:lnTo>
                  <a:pt x="4368800" y="0"/>
                </a:lnTo>
                <a:lnTo>
                  <a:pt x="4368800" y="2127166"/>
                </a:lnTo>
                <a:lnTo>
                  <a:pt x="3530062" y="2965904"/>
                </a:lnTo>
                <a:lnTo>
                  <a:pt x="0" y="296590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58BF16A-7DA4-C24D-93BA-63CA7A0DD8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00925" y="356260"/>
            <a:ext cx="4368800" cy="2965904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89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8E8237-A51B-CA40-9260-406C7233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65125"/>
            <a:ext cx="4368800" cy="6073900"/>
          </a:xfrm>
          <a:custGeom>
            <a:avLst/>
            <a:gdLst>
              <a:gd name="connsiteX0" fmla="*/ 0 w 4368800"/>
              <a:gd name="connsiteY0" fmla="*/ 0 h 6073900"/>
              <a:gd name="connsiteX1" fmla="*/ 4368800 w 4368800"/>
              <a:gd name="connsiteY1" fmla="*/ 0 h 6073900"/>
              <a:gd name="connsiteX2" fmla="*/ 4368800 w 4368800"/>
              <a:gd name="connsiteY2" fmla="*/ 3107996 h 6073900"/>
              <a:gd name="connsiteX3" fmla="*/ 4368800 w 4368800"/>
              <a:gd name="connsiteY3" fmla="*/ 3218903 h 6073900"/>
              <a:gd name="connsiteX4" fmla="*/ 4368800 w 4368800"/>
              <a:gd name="connsiteY4" fmla="*/ 5235162 h 6073900"/>
              <a:gd name="connsiteX5" fmla="*/ 3530062 w 4368800"/>
              <a:gd name="connsiteY5" fmla="*/ 6073900 h 6073900"/>
              <a:gd name="connsiteX6" fmla="*/ 0 w 4368800"/>
              <a:gd name="connsiteY6" fmla="*/ 6073900 h 6073900"/>
              <a:gd name="connsiteX7" fmla="*/ 0 w 4368800"/>
              <a:gd name="connsiteY7" fmla="*/ 3218903 h 6073900"/>
              <a:gd name="connsiteX8" fmla="*/ 0 w 4368800"/>
              <a:gd name="connsiteY8" fmla="*/ 3107996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800" h="6073900">
                <a:moveTo>
                  <a:pt x="0" y="0"/>
                </a:moveTo>
                <a:lnTo>
                  <a:pt x="4368800" y="0"/>
                </a:lnTo>
                <a:lnTo>
                  <a:pt x="4368800" y="3107996"/>
                </a:lnTo>
                <a:lnTo>
                  <a:pt x="4368800" y="3218903"/>
                </a:lnTo>
                <a:lnTo>
                  <a:pt x="4368800" y="5235162"/>
                </a:lnTo>
                <a:lnTo>
                  <a:pt x="3530062" y="6073900"/>
                </a:lnTo>
                <a:lnTo>
                  <a:pt x="0" y="6073900"/>
                </a:lnTo>
                <a:lnTo>
                  <a:pt x="0" y="3218903"/>
                </a:lnTo>
                <a:lnTo>
                  <a:pt x="0" y="310799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32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E5F294-62A0-F343-A405-643824A289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3848" y="365125"/>
            <a:ext cx="6335877" cy="6073900"/>
          </a:xfrm>
          <a:custGeom>
            <a:avLst/>
            <a:gdLst>
              <a:gd name="connsiteX0" fmla="*/ 0 w 6335877"/>
              <a:gd name="connsiteY0" fmla="*/ 0 h 6073900"/>
              <a:gd name="connsiteX1" fmla="*/ 1967077 w 6335877"/>
              <a:gd name="connsiteY1" fmla="*/ 0 h 6073900"/>
              <a:gd name="connsiteX2" fmla="*/ 2186152 w 6335877"/>
              <a:gd name="connsiteY2" fmla="*/ 0 h 6073900"/>
              <a:gd name="connsiteX3" fmla="*/ 6335877 w 6335877"/>
              <a:gd name="connsiteY3" fmla="*/ 0 h 6073900"/>
              <a:gd name="connsiteX4" fmla="*/ 6335877 w 6335877"/>
              <a:gd name="connsiteY4" fmla="*/ 3107996 h 6073900"/>
              <a:gd name="connsiteX5" fmla="*/ 6335877 w 6335877"/>
              <a:gd name="connsiteY5" fmla="*/ 3218903 h 6073900"/>
              <a:gd name="connsiteX6" fmla="*/ 6335877 w 6335877"/>
              <a:gd name="connsiteY6" fmla="*/ 5235162 h 6073900"/>
              <a:gd name="connsiteX7" fmla="*/ 5497139 w 6335877"/>
              <a:gd name="connsiteY7" fmla="*/ 6073900 h 6073900"/>
              <a:gd name="connsiteX8" fmla="*/ 2186152 w 6335877"/>
              <a:gd name="connsiteY8" fmla="*/ 6073900 h 6073900"/>
              <a:gd name="connsiteX9" fmla="*/ 1967077 w 6335877"/>
              <a:gd name="connsiteY9" fmla="*/ 6073900 h 6073900"/>
              <a:gd name="connsiteX10" fmla="*/ 0 w 6335877"/>
              <a:gd name="connsiteY10" fmla="*/ 6073900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5877" h="6073900">
                <a:moveTo>
                  <a:pt x="0" y="0"/>
                </a:moveTo>
                <a:lnTo>
                  <a:pt x="1967077" y="0"/>
                </a:lnTo>
                <a:lnTo>
                  <a:pt x="2186152" y="0"/>
                </a:lnTo>
                <a:lnTo>
                  <a:pt x="6335877" y="0"/>
                </a:lnTo>
                <a:lnTo>
                  <a:pt x="6335877" y="3107996"/>
                </a:lnTo>
                <a:lnTo>
                  <a:pt x="6335877" y="3218903"/>
                </a:lnTo>
                <a:lnTo>
                  <a:pt x="6335877" y="5235162"/>
                </a:lnTo>
                <a:lnTo>
                  <a:pt x="5497139" y="6073900"/>
                </a:lnTo>
                <a:lnTo>
                  <a:pt x="2186152" y="6073900"/>
                </a:lnTo>
                <a:lnTo>
                  <a:pt x="1967077" y="6073900"/>
                </a:lnTo>
                <a:lnTo>
                  <a:pt x="0" y="60739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4623588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4623588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5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3C30304-9F4A-304F-A346-E8481FBD1D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365125"/>
            <a:ext cx="5686097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C7EBB-74F8-4343-8469-36E0B1F73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25624"/>
            <a:ext cx="5686097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41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2371725"/>
            <a:ext cx="10581640" cy="1057275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3565124"/>
            <a:ext cx="10581640" cy="2746777"/>
          </a:xfrm>
        </p:spPr>
        <p:txBody>
          <a:bodyPr lIns="0" rIns="9000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CAEECED-AF51-554B-A5EC-1E9A6A15C5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82710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96F4130-C67B-2142-A646-1606F115DD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62364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10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BBB314-E81E-364C-B958-AC9C414D49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032274 w 12192000"/>
              <a:gd name="connsiteY1" fmla="*/ 0 h 6858000"/>
              <a:gd name="connsiteX2" fmla="*/ 10032274 w 12192000"/>
              <a:gd name="connsiteY2" fmla="*/ 0 h 6858000"/>
              <a:gd name="connsiteX3" fmla="*/ 11075779 w 12192000"/>
              <a:gd name="connsiteY3" fmla="*/ 0 h 6858000"/>
              <a:gd name="connsiteX4" fmla="*/ 11273245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5181600 h 6858000"/>
              <a:gd name="connsiteX7" fmla="*/ 10512554 w 12192000"/>
              <a:gd name="connsiteY7" fmla="*/ 6858000 h 6858000"/>
              <a:gd name="connsiteX8" fmla="*/ 10032274 w 12192000"/>
              <a:gd name="connsiteY8" fmla="*/ 6858000 h 6858000"/>
              <a:gd name="connsiteX9" fmla="*/ 42291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032274" y="0"/>
                </a:lnTo>
                <a:lnTo>
                  <a:pt x="10032274" y="0"/>
                </a:lnTo>
                <a:lnTo>
                  <a:pt x="11075779" y="0"/>
                </a:lnTo>
                <a:lnTo>
                  <a:pt x="11273245" y="0"/>
                </a:lnTo>
                <a:lnTo>
                  <a:pt x="12192000" y="0"/>
                </a:lnTo>
                <a:lnTo>
                  <a:pt x="12192000" y="5181600"/>
                </a:lnTo>
                <a:lnTo>
                  <a:pt x="10512554" y="6858000"/>
                </a:lnTo>
                <a:lnTo>
                  <a:pt x="10032274" y="6858000"/>
                </a:lnTo>
                <a:lnTo>
                  <a:pt x="4229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6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554312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87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0D147FE-8D1A-1740-84CF-050CB15D108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2867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B46AC41-EBD8-2A40-8B8A-758A18BD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93922"/>
            <a:ext cx="11085732" cy="83305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48A0D36D-BAA1-FE4F-BE32-218E195F9B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867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BF274F19-6028-0742-B589-62BEFE208B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867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9B830282-AF2F-FD46-8648-A1546D30A4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71666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18BE9C8C-2210-D440-B2FD-E5E966DBA5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371666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3FE9E98-A724-E342-88B6-2EE9A9970DF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71666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2FEB9B43-DCA6-DC4D-B925-88437949A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0465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8DBFD540-E018-3D4D-86E5-5E6E95B49B3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00465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30E1A02C-3AA0-B84B-9A44-5D3C7EDA1E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00465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0209CE5-DB2A-8547-920E-E9802CD9DDA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29264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0DF59C60-6F2D-F243-9CD7-C0691AE2D4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29264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929C3AA5-DE5E-4B42-B496-91CA7B1DBBB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29264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DBE454E2-9CD5-C247-BA0A-8CF7435A991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58063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6CA50E89-6C8C-CB4A-8189-55965D8A345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58063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1177DD33-BDC4-3747-831E-D38E81B464A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858063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7FAE6BB6-A19E-2A4D-8001-A96591D4FA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686862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C273F28-77DA-8442-955F-D66F6098CC4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686862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A2D73969-FBFF-2449-83DB-69D8C23983E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686862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335645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471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2BCE-9058-43D3-90BA-5863C841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67851-E08A-4172-8D3C-C66870766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2FB74-9E53-4D71-9793-BBD3EE6A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8F9D-AFF7-4F58-8EF1-0CB7992FB5E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1E35E-CB73-4073-9111-1033D716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8EB52-FC27-49AA-81D4-C66FCBBD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D6F27-C622-4F16-9271-37318D3343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982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4EFF-4B05-91B6-6E33-8FEF2A84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FB9B6-6D9F-8E0B-0059-9C50940A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F1CC-D548-431F-8026-52A77F003B09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93FD8-B338-2BFD-F7A5-6FDA85D6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BE54D-5029-51E4-937C-C1C1B477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BEA54-0197-473C-8A8E-6B241E467C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19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210B7-A123-F8C1-D9A0-59F30DAF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BF922-DC76-0D96-7435-0DFFF453C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1EE9-5903-3745-CC24-FB1935DD2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CB05-1754-E7A3-96E8-708884DE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84DEF-60B8-29B4-F670-7690FCB5D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4B85B9F-A08D-1647-8DA2-40C0B3D8623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16140-6775-D947-85BC-04A3DB62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140440" cy="1325563"/>
          </a:xfrm>
          <a:prstGeom prst="rect">
            <a:avLst/>
          </a:prstGeom>
        </p:spPr>
        <p:txBody>
          <a:bodyPr vert="horz" lIns="0" tIns="45720" rIns="9000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F37E1-1128-FB4E-BFD2-5D949D0DA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560" y="1825625"/>
            <a:ext cx="11140440" cy="4351338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82CEB40-CF93-3B45-B1CF-4BA757360D1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89A9E-9687-5E40-9856-7783EE73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3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1-453D-1D40-A17B-5BAC594F71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3D47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▸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utodraw.com/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5451483-8D7C-5343-AC73-67C6E4A0C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150" y="2233167"/>
            <a:ext cx="7055725" cy="3130593"/>
          </a:xfrm>
        </p:spPr>
        <p:txBody>
          <a:bodyPr anchor="t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2700" dirty="0">
                <a:latin typeface="Raleway" panose="020B0503030101060003" pitchFamily="34" charset="0"/>
              </a:rPr>
              <a:t>Fundamentals of AI in Manufacturing (FAIM)</a:t>
            </a:r>
            <a:br>
              <a:rPr lang="en-GB" sz="2400" dirty="0">
                <a:latin typeface="Raleway" panose="020B0503030101060003" pitchFamily="34" charset="0"/>
              </a:rPr>
            </a:br>
            <a:r>
              <a:rPr lang="en-GB" sz="2200" dirty="0">
                <a:latin typeface="Raleway" panose="020B0503030101060003" pitchFamily="34" charset="0"/>
              </a:rPr>
              <a:t>ANN Classification: Digit Recognition</a:t>
            </a:r>
            <a:br>
              <a:rPr lang="en-GB" dirty="0">
                <a:latin typeface="Raleway" panose="020B0503030101060003" pitchFamily="34" charset="0"/>
              </a:rPr>
            </a:br>
            <a:br>
              <a:rPr lang="en-GB" dirty="0">
                <a:latin typeface="Raleway" panose="020B0503030101060003" pitchFamily="34" charset="0"/>
              </a:rPr>
            </a:br>
            <a:r>
              <a:rPr lang="en-GB" sz="2200" dirty="0">
                <a:latin typeface="Raleway" panose="020B0503030101060003" pitchFamily="34" charset="0"/>
              </a:rPr>
              <a:t>Lecturers:</a:t>
            </a:r>
            <a:br>
              <a:rPr lang="en-GB" dirty="0"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Abhilash Puthanveettil Madathil 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Olga Bylya.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Applied Industrial Intelligence (AI</a:t>
            </a:r>
            <a:r>
              <a:rPr lang="en-GB" sz="1800" baseline="300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2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)</a:t>
            </a: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6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endParaRPr lang="en-US" sz="2700" dirty="0">
              <a:solidFill>
                <a:srgbClr val="6F3F81"/>
              </a:solidFill>
              <a:latin typeface="Raleway" panose="020B0503030101060003" pitchFamily="34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3" r="1158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0767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511CDD-FEF6-64DA-4129-C19D2299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11859"/>
            <a:ext cx="10953023" cy="1325563"/>
          </a:xfrm>
        </p:spPr>
        <p:txBody>
          <a:bodyPr>
            <a:normAutofit/>
          </a:bodyPr>
          <a:lstStyle/>
          <a:p>
            <a:r>
              <a:rPr lang="en-GB" sz="3200" dirty="0"/>
              <a:t>Practical problem: </a:t>
            </a:r>
            <a:r>
              <a:rPr lang="en-GB" sz="3200" dirty="0">
                <a:solidFill>
                  <a:schemeClr val="accent5">
                    <a:lumMod val="75000"/>
                  </a:schemeClr>
                </a:solidFill>
              </a:rPr>
              <a:t>Handwritten</a:t>
            </a:r>
            <a:r>
              <a:rPr lang="en-GB" sz="3200" dirty="0"/>
              <a:t> </a:t>
            </a:r>
            <a:r>
              <a:rPr lang="en-GB" sz="3200" dirty="0">
                <a:solidFill>
                  <a:schemeClr val="accent5">
                    <a:lumMod val="75000"/>
                  </a:schemeClr>
                </a:solidFill>
              </a:rPr>
              <a:t>Digit Recognition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2578FB-2D4D-8708-F3D5-57EE2AE0A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819275"/>
            <a:ext cx="571500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1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317D-DDFE-864B-C144-BACE7C3D0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the dataset</a:t>
            </a:r>
          </a:p>
        </p:txBody>
      </p:sp>
      <p:pic>
        <p:nvPicPr>
          <p:cNvPr id="5" name="Content Placeholder 4" descr="A number grid with white text&#10;&#10;AI-generated content may be incorrect.">
            <a:extLst>
              <a:ext uri="{FF2B5EF4-FFF2-40B4-BE49-F238E27FC236}">
                <a16:creationId xmlns:a16="http://schemas.microsoft.com/office/drawing/2014/main" id="{41B7C446-03AA-3FD7-7AD1-E769C72A7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821" y="2017346"/>
            <a:ext cx="5279486" cy="282031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55E5FC-FC4E-21FA-BEAD-FA3159E7ACED}"/>
              </a:ext>
            </a:extLst>
          </p:cNvPr>
          <p:cNvSpPr txBox="1"/>
          <p:nvPr/>
        </p:nvSpPr>
        <p:spPr>
          <a:xfrm>
            <a:off x="543560" y="2017346"/>
            <a:ext cx="54663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MNIST database (Modified National Institute of Standards and Technology database) is a large database of handwritten digits that is commonly used for training various image processing systems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collection of 70,000 handwritten digits (0–9).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image is 28x28 pixels (784 numbers total).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Goal: Train an ANN to recognize these digits.</a:t>
            </a:r>
          </a:p>
        </p:txBody>
      </p:sp>
    </p:spTree>
    <p:extLst>
      <p:ext uri="{BB962C8B-B14F-4D97-AF65-F5344CB8AC3E}">
        <p14:creationId xmlns:p14="http://schemas.microsoft.com/office/powerpoint/2010/main" val="80237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AB49-D170-DF01-2F04-AF210F33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task: Automate the digit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775F-3E67-BDC0-6EDC-87A243117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2121763"/>
            <a:ext cx="11140440" cy="355106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/>
              <a:t>Somehow identifying digits is incredibly easy for your brain to do, but almost impossible to describe </a:t>
            </a:r>
            <a:r>
              <a:rPr lang="en-GB" sz="2000" b="1" i="1" dirty="0"/>
              <a:t>how</a:t>
            </a:r>
            <a:r>
              <a:rPr lang="en-GB" sz="2000" dirty="0"/>
              <a:t> to do.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The traditional methods of computer programming, with if statements and for loops and classes and objects and functions, just don’t seem suitable to tackle this problem.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We will try to use </a:t>
            </a:r>
            <a:r>
              <a:rPr lang="en-GB" sz="2000" b="1" dirty="0"/>
              <a:t>Artificial neural networks </a:t>
            </a:r>
            <a:r>
              <a:rPr lang="en-GB" sz="2000" dirty="0"/>
              <a:t>to solve the digit recognition task</a:t>
            </a:r>
          </a:p>
        </p:txBody>
      </p:sp>
    </p:spTree>
    <p:extLst>
      <p:ext uri="{BB962C8B-B14F-4D97-AF65-F5344CB8AC3E}">
        <p14:creationId xmlns:p14="http://schemas.microsoft.com/office/powerpoint/2010/main" val="394675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0C92-A1CB-899A-F6A3-E9518A61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0021" cy="1325563"/>
          </a:xfrm>
        </p:spPr>
        <p:txBody>
          <a:bodyPr>
            <a:normAutofit/>
          </a:bodyPr>
          <a:lstStyle/>
          <a:p>
            <a:r>
              <a:rPr lang="en-GB" sz="3600" dirty="0"/>
              <a:t>ANN training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B22E93-5547-7BF5-1C98-1D6159853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200"/>
            <a:ext cx="10223377" cy="31991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“ANNs (or any supervised learning models) </a:t>
            </a:r>
            <a:r>
              <a:rPr lang="en-GB" sz="1800" i="1" dirty="0"/>
              <a:t>learn</a:t>
            </a:r>
            <a:r>
              <a:rPr lang="en-GB" sz="1800" dirty="0"/>
              <a:t> by seeing many examples”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We’ll show it many examples of hand-drawn digits together with labels (training data)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While “training”, the network adapts (tunes its parameters – weights and biases) itself to correctly predict each example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Finally, we test its ability to predict unseen digits (testing)</a:t>
            </a:r>
          </a:p>
        </p:txBody>
      </p:sp>
    </p:spTree>
    <p:extLst>
      <p:ext uri="{BB962C8B-B14F-4D97-AF65-F5344CB8AC3E}">
        <p14:creationId xmlns:p14="http://schemas.microsoft.com/office/powerpoint/2010/main" val="118059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B9A6-FBB1-BE5A-08F0-1971D66F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456C43-700A-69A9-F6AA-DD4D8F9B9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0676"/>
            <a:ext cx="793037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60k training images, 10k testing images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28x28 grayscale image into number matrix based on pixel value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28x28 number matrix into 784-number vector (flattening).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 the pixel values (0–255) to 0–1 for faster training (normalizing).</a:t>
            </a:r>
          </a:p>
        </p:txBody>
      </p:sp>
      <p:pic>
        <p:nvPicPr>
          <p:cNvPr id="5" name="Picture 4" descr="A group of numbers in different sizes&#10;&#10;AI-generated content may be incorrect.">
            <a:extLst>
              <a:ext uri="{FF2B5EF4-FFF2-40B4-BE49-F238E27FC236}">
                <a16:creationId xmlns:a16="http://schemas.microsoft.com/office/drawing/2014/main" id="{A40F13C1-A6EA-4BF1-3670-DCF9A69C9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089" y="3429000"/>
            <a:ext cx="5349340" cy="2276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856EF6-EA5C-3E3B-4957-E14F843B2BD1}"/>
              </a:ext>
            </a:extLst>
          </p:cNvPr>
          <p:cNvSpPr txBox="1"/>
          <p:nvPr/>
        </p:nvSpPr>
        <p:spPr>
          <a:xfrm>
            <a:off x="2663298" y="4105347"/>
            <a:ext cx="172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 training data</a:t>
            </a:r>
          </a:p>
          <a:p>
            <a:r>
              <a:rPr lang="en-GB" dirty="0"/>
              <a:t>(image 28x28)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BB266-F428-9DE4-0632-0B325636DE39}"/>
              </a:ext>
            </a:extLst>
          </p:cNvPr>
          <p:cNvSpPr txBox="1"/>
          <p:nvPr/>
        </p:nvSpPr>
        <p:spPr>
          <a:xfrm>
            <a:off x="2663299" y="6009072"/>
            <a:ext cx="17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 training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5C4AAB-61CE-4472-F553-7E34DB81D247}"/>
              </a:ext>
            </a:extLst>
          </p:cNvPr>
          <p:cNvSpPr txBox="1"/>
          <p:nvPr/>
        </p:nvSpPr>
        <p:spPr>
          <a:xfrm>
            <a:off x="4529090" y="6004549"/>
            <a:ext cx="172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4ACDC03-E04E-ABE2-54CE-952FB0F4B3FE}"/>
              </a:ext>
            </a:extLst>
          </p:cNvPr>
          <p:cNvSpPr/>
          <p:nvPr/>
        </p:nvSpPr>
        <p:spPr>
          <a:xfrm>
            <a:off x="2313571" y="3639845"/>
            <a:ext cx="278709" cy="2853030"/>
          </a:xfrm>
          <a:prstGeom prst="leftBrace">
            <a:avLst>
              <a:gd name="adj1" fmla="val 11344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5BB54E-167E-1E50-57B3-ADB5A3009D77}"/>
              </a:ext>
            </a:extLst>
          </p:cNvPr>
          <p:cNvSpPr txBox="1"/>
          <p:nvPr/>
        </p:nvSpPr>
        <p:spPr>
          <a:xfrm>
            <a:off x="397277" y="4428512"/>
            <a:ext cx="18445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rgbClr val="D83569"/>
                </a:solidFill>
              </a:rPr>
              <a:t>Just one data within the entire 60k training dataset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150180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16D2AD-9D81-CBFC-C239-FDABC661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Designing ANN architecture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3951285-F0A2-A438-44DD-18EB9B234F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428" y="2187760"/>
            <a:ext cx="5031921" cy="2952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Input layer (pixels), hidden layers (compute patterns), output layer (digit probabilities).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Neurons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"Nodes" that process inputs using weights and biases.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Adjust weights/biases to minimize errors</a:t>
            </a:r>
          </a:p>
        </p:txBody>
      </p:sp>
      <p:pic>
        <p:nvPicPr>
          <p:cNvPr id="16" name="Picture 15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2D1AAF5-D925-190F-313F-942905984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349" y="1863612"/>
            <a:ext cx="6591300" cy="3600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20397F-C422-37B9-F2B8-E40B30818705}"/>
              </a:ext>
            </a:extLst>
          </p:cNvPr>
          <p:cNvSpPr txBox="1"/>
          <p:nvPr/>
        </p:nvSpPr>
        <p:spPr>
          <a:xfrm>
            <a:off x="3077592" y="5788210"/>
            <a:ext cx="603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D83569"/>
                </a:solidFill>
              </a:rPr>
              <a:t>How many neurons are required in the input layer?</a:t>
            </a:r>
          </a:p>
          <a:p>
            <a:pPr algn="ctr"/>
            <a:r>
              <a:rPr lang="en-GB" b="1" dirty="0">
                <a:solidFill>
                  <a:srgbClr val="D83569"/>
                </a:solidFill>
              </a:rPr>
              <a:t>How many neurons are required in the output layer?</a:t>
            </a:r>
          </a:p>
        </p:txBody>
      </p:sp>
    </p:spTree>
    <p:extLst>
      <p:ext uri="{BB962C8B-B14F-4D97-AF65-F5344CB8AC3E}">
        <p14:creationId xmlns:p14="http://schemas.microsoft.com/office/powerpoint/2010/main" val="1235313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394D-0E0D-207B-FD99-BFAFB37E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Encoding- One 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D880-1B52-F197-E815-6F824EA67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dirty="0"/>
              <a:t>Transforms categorical data (data with a finite set of label values) into a numerical format suitable for machine learning algorithms by creating new binary (0 or 1) columns for each category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/>
              <a:t>Example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/>
              <a:t>Input/output categories: 	["Mon", "Tue", "Wed", "Thu", "Fri", "Sat", "Sun"]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/>
              <a:t>One-hot encoded: 		Mon → [1, 0, 0, 0, 0, 0, 0]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dirty="0"/>
              <a:t>				Wed → [0, 0, 1, 0, 0, 0, 0]</a:t>
            </a:r>
          </a:p>
        </p:txBody>
      </p:sp>
    </p:spTree>
    <p:extLst>
      <p:ext uri="{BB962C8B-B14F-4D97-AF65-F5344CB8AC3E}">
        <p14:creationId xmlns:p14="http://schemas.microsoft.com/office/powerpoint/2010/main" val="308491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4CCF-5069-997C-39AD-20179C2A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BB6C-9B36-14D7-FFA0-3E2CC24A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Encoding- One hot encoding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7790AD-E787-E201-1820-0F2614CF0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881046"/>
              </p:ext>
            </p:extLst>
          </p:nvPr>
        </p:nvGraphicFramePr>
        <p:xfrm>
          <a:off x="1784412" y="1572364"/>
          <a:ext cx="7732450" cy="4023360"/>
        </p:xfrm>
        <a:graphic>
          <a:graphicData uri="http://schemas.openxmlformats.org/drawingml/2006/table">
            <a:tbl>
              <a:tblPr/>
              <a:tblGrid>
                <a:gridCol w="3866225">
                  <a:extLst>
                    <a:ext uri="{9D8B030D-6E8A-4147-A177-3AD203B41FA5}">
                      <a16:colId xmlns:a16="http://schemas.microsoft.com/office/drawing/2014/main" val="1829362795"/>
                    </a:ext>
                  </a:extLst>
                </a:gridCol>
                <a:gridCol w="3866225">
                  <a:extLst>
                    <a:ext uri="{9D8B030D-6E8A-4147-A177-3AD203B41FA5}">
                      <a16:colId xmlns:a16="http://schemas.microsoft.com/office/drawing/2014/main" val="40456313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Our Outputs (class labels)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One-hot encoded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26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[1, 0, 0, 0, 0, 0,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8145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[0, 1, 0, 0, 0, 0,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90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[0, 0, 1, 0, 0, 0,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8775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1, 0, 0,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5071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1, 0,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4448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0, 1, 0,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4860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0, 0, 1, 0,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483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0, 0, 0, 1, 0,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2390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0, 0, 0, 0, 1, 0]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056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[0, 0, 0, 0, 0, 0, 0, 0, 0, 1]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64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90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2472-8463-B449-84B5-FAAB8587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activation function - SoftMax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8CDD5-164F-F636-7647-4F4143BD4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5" r="33036"/>
          <a:stretch>
            <a:fillRect/>
          </a:stretch>
        </p:blipFill>
        <p:spPr>
          <a:xfrm>
            <a:off x="6676006" y="1942517"/>
            <a:ext cx="1802167" cy="2972965"/>
          </a:xfrm>
          <a:prstGeom prst="rect">
            <a:avLst/>
          </a:prstGeom>
        </p:spPr>
      </p:pic>
      <p:pic>
        <p:nvPicPr>
          <p:cNvPr id="7" name="Picture 6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FDD0E434-6F9E-4A60-E07E-8EDFABE24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150" y="2702997"/>
            <a:ext cx="3500576" cy="191216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C5E10D-D349-4A2F-944B-3903E29ED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930858"/>
              </p:ext>
            </p:extLst>
          </p:nvPr>
        </p:nvGraphicFramePr>
        <p:xfrm>
          <a:off x="4403562" y="1824618"/>
          <a:ext cx="2015231" cy="4023360"/>
        </p:xfrm>
        <a:graphic>
          <a:graphicData uri="http://schemas.openxmlformats.org/drawingml/2006/table">
            <a:tbl>
              <a:tblPr/>
              <a:tblGrid>
                <a:gridCol w="2015231">
                  <a:extLst>
                    <a:ext uri="{9D8B030D-6E8A-4147-A177-3AD203B41FA5}">
                      <a16:colId xmlns:a16="http://schemas.microsoft.com/office/drawing/2014/main" val="32294395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Output neuron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4527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2403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3.4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1577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2.1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8625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4.8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4219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3.9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7056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2.7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0535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0377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942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6.0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223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4.5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1829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F25950-50C3-076F-7AEB-FB8E0D06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214332"/>
              </p:ext>
            </p:extLst>
          </p:nvPr>
        </p:nvGraphicFramePr>
        <p:xfrm>
          <a:off x="8761782" y="1825821"/>
          <a:ext cx="1740023" cy="4023360"/>
        </p:xfrm>
        <a:graphic>
          <a:graphicData uri="http://schemas.openxmlformats.org/drawingml/2006/table">
            <a:tbl>
              <a:tblPr/>
              <a:tblGrid>
                <a:gridCol w="1740023">
                  <a:extLst>
                    <a:ext uri="{9D8B030D-6E8A-4147-A177-3AD203B41FA5}">
                      <a16:colId xmlns:a16="http://schemas.microsoft.com/office/drawing/2014/main" val="272324768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Probabilities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4924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9761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0.0130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035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0.0036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539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0.0480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9968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0.0194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318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0.0059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931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0.0791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8621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1749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b="1" dirty="0"/>
                        <a:t>0.8160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765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0.0123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5232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E39FCA-3FE6-8CDB-2807-861F6A450539}"/>
              </a:ext>
            </a:extLst>
          </p:cNvPr>
          <p:cNvCxnSpPr/>
          <p:nvPr/>
        </p:nvCxnSpPr>
        <p:spPr>
          <a:xfrm>
            <a:off x="5832629" y="3675355"/>
            <a:ext cx="84337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FB2B36-2386-69F4-D0B3-6D35AB3D3970}"/>
              </a:ext>
            </a:extLst>
          </p:cNvPr>
          <p:cNvCxnSpPr>
            <a:cxnSpLocks/>
          </p:cNvCxnSpPr>
          <p:nvPr/>
        </p:nvCxnSpPr>
        <p:spPr>
          <a:xfrm>
            <a:off x="8478173" y="3659079"/>
            <a:ext cx="7279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161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2845633B-6E01-DB20-55D2-C0A0601A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entropy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32">
                <a:extLst>
                  <a:ext uri="{FF2B5EF4-FFF2-40B4-BE49-F238E27FC236}">
                    <a16:creationId xmlns:a16="http://schemas.microsoft.com/office/drawing/2014/main" id="{DE8DF690-F622-F180-C8B6-BB5B4205D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GB" sz="1600" dirty="0"/>
              </a:p>
              <a:p>
                <a:r>
                  <a:rPr lang="en-GB" sz="1600" dirty="0"/>
                  <a:t>3 classes: A, B, C</a:t>
                </a:r>
              </a:p>
              <a:p>
                <a:r>
                  <a:rPr lang="en-GB" sz="1600" dirty="0"/>
                  <a:t>True class = B</a:t>
                </a:r>
              </a:p>
              <a:p>
                <a:r>
                  <a:rPr lang="en-GB" sz="1600" dirty="0"/>
                  <a:t>One-hot encoding of the true label: </a:t>
                </a:r>
                <a:r>
                  <a:rPr lang="en-GB" sz="1600" b="1" dirty="0">
                    <a:solidFill>
                      <a:srgbClr val="368DBC"/>
                    </a:solidFill>
                  </a:rPr>
                  <a:t>y = [0,1,0]</a:t>
                </a:r>
              </a:p>
              <a:p>
                <a:pPr marL="0" indent="0">
                  <a:buNone/>
                </a:pPr>
                <a:r>
                  <a:rPr lang="en-GB" sz="1600" dirty="0"/>
                  <a:t>Prediction:</a:t>
                </a:r>
              </a:p>
              <a:p>
                <a:pPr marL="914400" lvl="2" indent="0">
                  <a:buNone/>
                </a:pPr>
                <a:r>
                  <a:rPr lang="en-GB" sz="16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Case 1: If model’s prediction is close to true class</a:t>
                </a:r>
                <a:r>
                  <a:rPr lang="en-GB" sz="1600" b="1" dirty="0">
                    <a:solidFill>
                      <a:srgbClr val="8EC89A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b="1" i="1" dirty="0" smtClean="0">
                            <a:solidFill>
                              <a:srgbClr val="8EC89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1" i="1" dirty="0" smtClean="0">
                            <a:solidFill>
                              <a:srgbClr val="8EC89A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GB" sz="1600" b="1" dirty="0">
                    <a:solidFill>
                      <a:srgbClr val="8EC89A"/>
                    </a:solidFill>
                  </a:rPr>
                  <a:t> = [0.05,0.90,0.05]</a:t>
                </a:r>
              </a:p>
              <a:p>
                <a:pPr marL="914400" lvl="2" indent="0">
                  <a:buNone/>
                </a:pPr>
                <a:r>
                  <a:rPr lang="en-GB" sz="1600" dirty="0"/>
                  <a:t>Cross entropy loss: =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− (0 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⁡(0.05) + 1×</m:t>
                    </m:r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⁡(0.90) + 0×</m:t>
                    </m:r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⁡(0.05)) = − </m:t>
                    </m:r>
                    <m:r>
                      <m:rPr>
                        <m:sty m:val="p"/>
                      </m:rPr>
                      <a:rPr lang="en-GB" sz="16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⁡(0.90) = 0.105  </m:t>
                    </m:r>
                  </m:oMath>
                </a14:m>
                <a:endParaRPr lang="en-GB" sz="1600" dirty="0"/>
              </a:p>
              <a:p>
                <a:pPr marL="914400" lvl="2" indent="0">
                  <a:buNone/>
                </a:pPr>
                <a:endParaRPr lang="en-GB" sz="1600" b="1" dirty="0">
                  <a:solidFill>
                    <a:srgbClr val="D83569"/>
                  </a:solidFill>
                </a:endParaRPr>
              </a:p>
              <a:p>
                <a:pPr marL="914400" lvl="2" indent="0">
                  <a:buNone/>
                </a:pPr>
                <a:r>
                  <a:rPr lang="en-GB" sz="16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Case 2: Wrong prediction</a:t>
                </a:r>
                <a:r>
                  <a:rPr lang="en-GB" sz="1600" b="1" dirty="0">
                    <a:solidFill>
                      <a:srgbClr val="D83569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b="1" i="1" dirty="0">
                            <a:solidFill>
                              <a:srgbClr val="D83569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1" i="1" dirty="0">
                            <a:solidFill>
                              <a:srgbClr val="D83569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GB" sz="1600" b="1" dirty="0">
                    <a:solidFill>
                      <a:srgbClr val="D83569"/>
                    </a:solidFill>
                  </a:rPr>
                  <a:t> = [0.90,0.05,0.05]</a:t>
                </a:r>
              </a:p>
              <a:p>
                <a:pPr marL="914400" lvl="2" indent="0">
                  <a:buNone/>
                </a:pPr>
                <a:r>
                  <a:rPr lang="en-GB" sz="1600" dirty="0"/>
                  <a:t>Cross entropy loss: =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− (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GB" sz="16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⁡(0.90) + 1×</m:t>
                    </m:r>
                    <m:r>
                      <m:rPr>
                        <m:sty m:val="p"/>
                      </m:rPr>
                      <a:rPr lang="en-GB" sz="16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⁡(0.05) + 0×</m:t>
                    </m:r>
                    <m:r>
                      <m:rPr>
                        <m:sty m:val="p"/>
                      </m:rPr>
                      <a:rPr lang="en-GB" sz="16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⁡(0.05)) = − </m:t>
                    </m:r>
                    <m:r>
                      <m:rPr>
                        <m:sty m:val="p"/>
                      </m:rPr>
                      <a:rPr lang="en-GB" sz="16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⁡(0.05) = 2.996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33" name="Content Placeholder 32">
                <a:extLst>
                  <a:ext uri="{FF2B5EF4-FFF2-40B4-BE49-F238E27FC236}">
                    <a16:creationId xmlns:a16="http://schemas.microsoft.com/office/drawing/2014/main" id="{DE8DF690-F622-F180-C8B6-BB5B4205D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98CDF646-12A4-8AD6-8C4C-8BBFDE37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167" y="1690688"/>
            <a:ext cx="2316517" cy="79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6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1C7A-B801-5EB1-BEEB-71FC78A2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DDB77-9FC5-FCE8-7979-F1CA39AF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 descr="A diagram of a number&#10;&#10;AI-generated content may be incorrect.">
            <a:extLst>
              <a:ext uri="{FF2B5EF4-FFF2-40B4-BE49-F238E27FC236}">
                <a16:creationId xmlns:a16="http://schemas.microsoft.com/office/drawing/2014/main" id="{40A85B0C-ECE2-A764-EF1E-718446D61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07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on a black background&#10;&#10;AI-generated content may be incorrect.">
            <a:extLst>
              <a:ext uri="{FF2B5EF4-FFF2-40B4-BE49-F238E27FC236}">
                <a16:creationId xmlns:a16="http://schemas.microsoft.com/office/drawing/2014/main" id="{5EF85BF8-3041-526B-5DEA-97D4DDEA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955" y="1833655"/>
            <a:ext cx="6762073" cy="3803666"/>
          </a:xfrm>
          <a:prstGeom prst="rect">
            <a:avLst/>
          </a:prstGeom>
        </p:spPr>
      </p:pic>
      <p:pic>
        <p:nvPicPr>
          <p:cNvPr id="7" name="Picture 6" descr="A collage of a diagram&#10;&#10;AI-generated content may be incorrect.">
            <a:extLst>
              <a:ext uri="{FF2B5EF4-FFF2-40B4-BE49-F238E27FC236}">
                <a16:creationId xmlns:a16="http://schemas.microsoft.com/office/drawing/2014/main" id="{356CBAB1-E298-D9B3-3B7C-E66828298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" y="1224189"/>
            <a:ext cx="5141657" cy="52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E844900-44F8-C3FB-0394-FA90AAAE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Write some digits by yourself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C4F8415-DA3E-E811-1D91-CB2AB66B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MS PowerPoint</a:t>
            </a:r>
          </a:p>
          <a:p>
            <a:r>
              <a:rPr lang="en-GB" dirty="0">
                <a:hlinkClick r:id="rId2"/>
              </a:rPr>
              <a:t>https://www.autodraw.com/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648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NMIS">
      <a:dk1>
        <a:srgbClr val="000000"/>
      </a:dk1>
      <a:lt1>
        <a:srgbClr val="FFFFFF"/>
      </a:lt1>
      <a:dk2>
        <a:srgbClr val="6F3F81"/>
      </a:dk2>
      <a:lt2>
        <a:srgbClr val="FFCC00"/>
      </a:lt2>
      <a:accent1>
        <a:srgbClr val="00294B"/>
      </a:accent1>
      <a:accent2>
        <a:srgbClr val="368DBC"/>
      </a:accent2>
      <a:accent3>
        <a:srgbClr val="009FE3"/>
      </a:accent3>
      <a:accent4>
        <a:srgbClr val="8EC79A"/>
      </a:accent4>
      <a:accent5>
        <a:srgbClr val="D83569"/>
      </a:accent5>
      <a:accent6>
        <a:srgbClr val="EC6608"/>
      </a:accent6>
      <a:hlink>
        <a:srgbClr val="368CBA"/>
      </a:hlink>
      <a:folHlink>
        <a:srgbClr val="6F3E81"/>
      </a:folHlink>
    </a:clrScheme>
    <a:fontScheme name="Raleway_APM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4742</TotalTime>
  <Words>898</Words>
  <Application>Microsoft Office PowerPoint</Application>
  <PresentationFormat>Widescreen</PresentationFormat>
  <Paragraphs>105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Raleway</vt:lpstr>
      <vt:lpstr>System Font Regular</vt:lpstr>
      <vt:lpstr>Office Theme</vt:lpstr>
      <vt:lpstr>1_Office Theme</vt:lpstr>
      <vt:lpstr>Fundamentals of AI in Manufacturing (FAIM) ANN Classification: Digit Recognition  Lecturers: Abhilash Puthanveettil Madathil  Olga Bylya. Applied Industrial Intelligence (AI2)    </vt:lpstr>
      <vt:lpstr>Practical problem: Handwritten Digit Recognition </vt:lpstr>
      <vt:lpstr>About the dataset</vt:lpstr>
      <vt:lpstr>Our task: Automate the digit recognition</vt:lpstr>
      <vt:lpstr>ANN training</vt:lpstr>
      <vt:lpstr>Data preparation</vt:lpstr>
      <vt:lpstr>Designing ANN architecture</vt:lpstr>
      <vt:lpstr> Encoding- One hot encoding</vt:lpstr>
      <vt:lpstr> Encoding- One hot encoding</vt:lpstr>
      <vt:lpstr>Output activation function - SoftMax </vt:lpstr>
      <vt:lpstr>Cross entropy loss function</vt:lpstr>
      <vt:lpstr>PowerPoint Presentation</vt:lpstr>
      <vt:lpstr>PowerPoint Presentation</vt:lpstr>
      <vt:lpstr>Write some digits by yourself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Manufacturing @ NMIS  Prof Andrew Sherlock A.Sherlock@strath.ac.uk</dc:title>
  <dc:creator>Andrew Sherlock</dc:creator>
  <cp:lastModifiedBy>Abhilash Puthanveettil Madathil</cp:lastModifiedBy>
  <cp:revision>2</cp:revision>
  <dcterms:created xsi:type="dcterms:W3CDTF">2023-09-28T13:04:21Z</dcterms:created>
  <dcterms:modified xsi:type="dcterms:W3CDTF">2025-11-10T10:45:54Z</dcterms:modified>
</cp:coreProperties>
</file>