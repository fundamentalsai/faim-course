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0" r:id="rId2"/>
  </p:sldMasterIdLst>
  <p:notesMasterIdLst>
    <p:notesMasterId r:id="rId12"/>
  </p:notesMasterIdLst>
  <p:sldIdLst>
    <p:sldId id="257" r:id="rId3"/>
    <p:sldId id="5257" r:id="rId4"/>
    <p:sldId id="5259" r:id="rId5"/>
    <p:sldId id="5263" r:id="rId6"/>
    <p:sldId id="5267" r:id="rId7"/>
    <p:sldId id="5264" r:id="rId8"/>
    <p:sldId id="5265" r:id="rId9"/>
    <p:sldId id="5266" r:id="rId10"/>
    <p:sldId id="525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3569"/>
    <a:srgbClr val="8EC89A"/>
    <a:srgbClr val="368DBC"/>
    <a:srgbClr val="FFE38C"/>
    <a:srgbClr val="EC6608"/>
    <a:srgbClr val="6F3F81"/>
    <a:srgbClr val="F0B2C5"/>
    <a:srgbClr val="FFFFFF"/>
    <a:srgbClr val="A8D6B1"/>
    <a:srgbClr val="0029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lash Puthanveettil Madathil" userId="d8011305-fc6a-4624-9916-5f1faf71aa6c" providerId="ADAL" clId="{006B2348-E702-0641-9A66-3C8152E720C1}"/>
    <pc:docChg chg="undo custSel addSld modSld sldOrd">
      <pc:chgData name="Abhilash Puthanveettil Madathil" userId="d8011305-fc6a-4624-9916-5f1faf71aa6c" providerId="ADAL" clId="{006B2348-E702-0641-9A66-3C8152E720C1}" dt="2025-09-04T17:43:40.232" v="428" actId="2710"/>
      <pc:docMkLst>
        <pc:docMk/>
      </pc:docMkLst>
      <pc:sldChg chg="modSp mod">
        <pc:chgData name="Abhilash Puthanveettil Madathil" userId="d8011305-fc6a-4624-9916-5f1faf71aa6c" providerId="ADAL" clId="{006B2348-E702-0641-9A66-3C8152E720C1}" dt="2025-09-04T16:47:33.128" v="7" actId="20577"/>
        <pc:sldMkLst>
          <pc:docMk/>
          <pc:sldMk cId="1907673375" sldId="257"/>
        </pc:sldMkLst>
      </pc:sldChg>
      <pc:sldChg chg="ord">
        <pc:chgData name="Abhilash Puthanveettil Madathil" userId="d8011305-fc6a-4624-9916-5f1faf71aa6c" providerId="ADAL" clId="{006B2348-E702-0641-9A66-3C8152E720C1}" dt="2025-09-04T16:49:17.076" v="18" actId="20578"/>
        <pc:sldMkLst>
          <pc:docMk/>
          <pc:sldMk cId="2843819804" sldId="262"/>
        </pc:sldMkLst>
      </pc:sldChg>
      <pc:sldChg chg="modSp mod">
        <pc:chgData name="Abhilash Puthanveettil Madathil" userId="d8011305-fc6a-4624-9916-5f1faf71aa6c" providerId="ADAL" clId="{006B2348-E702-0641-9A66-3C8152E720C1}" dt="2025-09-04T16:47:57.975" v="17" actId="20577"/>
        <pc:sldMkLst>
          <pc:docMk/>
          <pc:sldMk cId="3516092615" sldId="5257"/>
        </pc:sldMkLst>
      </pc:sldChg>
      <pc:sldChg chg="addSp modSp new mod">
        <pc:chgData name="Abhilash Puthanveettil Madathil" userId="d8011305-fc6a-4624-9916-5f1faf71aa6c" providerId="ADAL" clId="{006B2348-E702-0641-9A66-3C8152E720C1}" dt="2025-09-04T17:00:25.207" v="141" actId="2710"/>
        <pc:sldMkLst>
          <pc:docMk/>
          <pc:sldMk cId="3678424862" sldId="5258"/>
        </pc:sldMkLst>
      </pc:sldChg>
      <pc:sldChg chg="addSp modSp add mod">
        <pc:chgData name="Abhilash Puthanveettil Madathil" userId="d8011305-fc6a-4624-9916-5f1faf71aa6c" providerId="ADAL" clId="{006B2348-E702-0641-9A66-3C8152E720C1}" dt="2025-09-04T17:34:26.166" v="397" actId="1076"/>
        <pc:sldMkLst>
          <pc:docMk/>
          <pc:sldMk cId="4009837664" sldId="5259"/>
        </pc:sldMkLst>
      </pc:sldChg>
      <pc:sldChg chg="addSp modSp add mod">
        <pc:chgData name="Abhilash Puthanveettil Madathil" userId="d8011305-fc6a-4624-9916-5f1faf71aa6c" providerId="ADAL" clId="{006B2348-E702-0641-9A66-3C8152E720C1}" dt="2025-09-04T17:19:22.491" v="331" actId="113"/>
        <pc:sldMkLst>
          <pc:docMk/>
          <pc:sldMk cId="2450018730" sldId="5260"/>
        </pc:sldMkLst>
      </pc:sldChg>
      <pc:sldChg chg="addSp modSp add mod">
        <pc:chgData name="Abhilash Puthanveettil Madathil" userId="d8011305-fc6a-4624-9916-5f1faf71aa6c" providerId="ADAL" clId="{006B2348-E702-0641-9A66-3C8152E720C1}" dt="2025-09-04T17:23:41.656" v="380" actId="404"/>
        <pc:sldMkLst>
          <pc:docMk/>
          <pc:sldMk cId="2375682626" sldId="5261"/>
        </pc:sldMkLst>
      </pc:sldChg>
      <pc:sldChg chg="addSp modSp add">
        <pc:chgData name="Abhilash Puthanveettil Madathil" userId="d8011305-fc6a-4624-9916-5f1faf71aa6c" providerId="ADAL" clId="{006B2348-E702-0641-9A66-3C8152E720C1}" dt="2025-09-04T17:28:58.692" v="387" actId="1076"/>
        <pc:sldMkLst>
          <pc:docMk/>
          <pc:sldMk cId="1690692097" sldId="5262"/>
        </pc:sldMkLst>
      </pc:sldChg>
      <pc:sldChg chg="addSp delSp modSp add mod">
        <pc:chgData name="Abhilash Puthanveettil Madathil" userId="d8011305-fc6a-4624-9916-5f1faf71aa6c" providerId="ADAL" clId="{006B2348-E702-0641-9A66-3C8152E720C1}" dt="2025-09-04T17:43:40.232" v="428" actId="2710"/>
        <pc:sldMkLst>
          <pc:docMk/>
          <pc:sldMk cId="897571022" sldId="5263"/>
        </pc:sldMkLst>
      </pc:sldChg>
    </pc:docChg>
  </pc:docChgLst>
  <pc:docChgLst>
    <pc:chgData name="Abhilash Puthanveettil Madathil" userId="d8011305-fc6a-4624-9916-5f1faf71aa6c" providerId="ADAL" clId="{CD4064AD-C18C-48ED-9C89-B3AAD1B4D31D}"/>
    <pc:docChg chg="undo redo custSel addSld delSld modSld sldOrd">
      <pc:chgData name="Abhilash Puthanveettil Madathil" userId="d8011305-fc6a-4624-9916-5f1faf71aa6c" providerId="ADAL" clId="{CD4064AD-C18C-48ED-9C89-B3AAD1B4D31D}" dt="2025-10-03T13:59:29.688" v="2630" actId="122"/>
      <pc:docMkLst>
        <pc:docMk/>
      </pc:docMkLst>
      <pc:sldChg chg="addSp delSp modSp add mod">
        <pc:chgData name="Abhilash Puthanveettil Madathil" userId="d8011305-fc6a-4624-9916-5f1faf71aa6c" providerId="ADAL" clId="{CD4064AD-C18C-48ED-9C89-B3AAD1B4D31D}" dt="2025-10-03T09:09:49.870" v="2501" actId="948"/>
        <pc:sldMkLst>
          <pc:docMk/>
          <pc:sldMk cId="112347776" sldId="256"/>
        </pc:sldMkLst>
      </pc:sldChg>
      <pc:sldChg chg="del">
        <pc:chgData name="Abhilash Puthanveettil Madathil" userId="d8011305-fc6a-4624-9916-5f1faf71aa6c" providerId="ADAL" clId="{CD4064AD-C18C-48ED-9C89-B3AAD1B4D31D}" dt="2025-10-01T12:52:44.872" v="0" actId="47"/>
        <pc:sldMkLst>
          <pc:docMk/>
          <pc:sldMk cId="449371103" sldId="256"/>
        </pc:sldMkLst>
      </pc:sldChg>
      <pc:sldChg chg="modSp mod">
        <pc:chgData name="Abhilash Puthanveettil Madathil" userId="d8011305-fc6a-4624-9916-5f1faf71aa6c" providerId="ADAL" clId="{CD4064AD-C18C-48ED-9C89-B3AAD1B4D31D}" dt="2025-10-03T05:08:54.171" v="1695" actId="20577"/>
        <pc:sldMkLst>
          <pc:docMk/>
          <pc:sldMk cId="1907673375" sldId="257"/>
        </pc:sldMkLst>
      </pc:sldChg>
      <pc:sldChg chg="del">
        <pc:chgData name="Abhilash Puthanveettil Madathil" userId="d8011305-fc6a-4624-9916-5f1faf71aa6c" providerId="ADAL" clId="{CD4064AD-C18C-48ED-9C89-B3AAD1B4D31D}" dt="2025-10-01T12:52:44.872" v="0" actId="47"/>
        <pc:sldMkLst>
          <pc:docMk/>
          <pc:sldMk cId="1086959304" sldId="258"/>
        </pc:sldMkLst>
      </pc:sldChg>
      <pc:sldChg chg="addSp delSp modSp add mod">
        <pc:chgData name="Abhilash Puthanveettil Madathil" userId="d8011305-fc6a-4624-9916-5f1faf71aa6c" providerId="ADAL" clId="{CD4064AD-C18C-48ED-9C89-B3AAD1B4D31D}" dt="2025-10-03T09:12:31.449" v="2537" actId="14100"/>
        <pc:sldMkLst>
          <pc:docMk/>
          <pc:sldMk cId="1117545304" sldId="258"/>
        </pc:sldMkLst>
      </pc:sldChg>
      <pc:sldChg chg="del">
        <pc:chgData name="Abhilash Puthanveettil Madathil" userId="d8011305-fc6a-4624-9916-5f1faf71aa6c" providerId="ADAL" clId="{CD4064AD-C18C-48ED-9C89-B3AAD1B4D31D}" dt="2025-10-01T12:52:44.872" v="0" actId="47"/>
        <pc:sldMkLst>
          <pc:docMk/>
          <pc:sldMk cId="579525691" sldId="259"/>
        </pc:sldMkLst>
      </pc:sldChg>
      <pc:sldChg chg="addSp delSp modSp add mod">
        <pc:chgData name="Abhilash Puthanveettil Madathil" userId="d8011305-fc6a-4624-9916-5f1faf71aa6c" providerId="ADAL" clId="{CD4064AD-C18C-48ED-9C89-B3AAD1B4D31D}" dt="2025-10-03T08:48:11.369" v="2217"/>
        <pc:sldMkLst>
          <pc:docMk/>
          <pc:sldMk cId="2993994712" sldId="259"/>
        </pc:sldMkLst>
      </pc:sldChg>
      <pc:sldChg chg="addSp delSp modSp add mod">
        <pc:chgData name="Abhilash Puthanveettil Madathil" userId="d8011305-fc6a-4624-9916-5f1faf71aa6c" providerId="ADAL" clId="{CD4064AD-C18C-48ED-9C89-B3AAD1B4D31D}" dt="2025-10-03T09:00:00.162" v="2434" actId="20577"/>
        <pc:sldMkLst>
          <pc:docMk/>
          <pc:sldMk cId="489925485" sldId="260"/>
        </pc:sldMkLst>
      </pc:sldChg>
      <pc:sldChg chg="del">
        <pc:chgData name="Abhilash Puthanveettil Madathil" userId="d8011305-fc6a-4624-9916-5f1faf71aa6c" providerId="ADAL" clId="{CD4064AD-C18C-48ED-9C89-B3AAD1B4D31D}" dt="2025-10-01T12:52:44.872" v="0" actId="47"/>
        <pc:sldMkLst>
          <pc:docMk/>
          <pc:sldMk cId="2833719794" sldId="260"/>
        </pc:sldMkLst>
      </pc:sldChg>
      <pc:sldChg chg="del">
        <pc:chgData name="Abhilash Puthanveettil Madathil" userId="d8011305-fc6a-4624-9916-5f1faf71aa6c" providerId="ADAL" clId="{CD4064AD-C18C-48ED-9C89-B3AAD1B4D31D}" dt="2025-10-01T12:52:44.872" v="0" actId="47"/>
        <pc:sldMkLst>
          <pc:docMk/>
          <pc:sldMk cId="3195861652" sldId="261"/>
        </pc:sldMkLst>
      </pc:sldChg>
      <pc:sldChg chg="modSp add mod">
        <pc:chgData name="Abhilash Puthanveettil Madathil" userId="d8011305-fc6a-4624-9916-5f1faf71aa6c" providerId="ADAL" clId="{CD4064AD-C18C-48ED-9C89-B3AAD1B4D31D}" dt="2025-10-02T14:56:09.331" v="993" actId="20577"/>
        <pc:sldMkLst>
          <pc:docMk/>
          <pc:sldMk cId="3748618793" sldId="261"/>
        </pc:sldMkLst>
      </pc:sldChg>
      <pc:sldChg chg="modSp add mod">
        <pc:chgData name="Abhilash Puthanveettil Madathil" userId="d8011305-fc6a-4624-9916-5f1faf71aa6c" providerId="ADAL" clId="{CD4064AD-C18C-48ED-9C89-B3AAD1B4D31D}" dt="2025-10-02T14:56:50.614" v="1000" actId="1076"/>
        <pc:sldMkLst>
          <pc:docMk/>
          <pc:sldMk cId="550005732" sldId="262"/>
        </pc:sldMkLst>
      </pc:sldChg>
      <pc:sldChg chg="del">
        <pc:chgData name="Abhilash Puthanveettil Madathil" userId="d8011305-fc6a-4624-9916-5f1faf71aa6c" providerId="ADAL" clId="{CD4064AD-C18C-48ED-9C89-B3AAD1B4D31D}" dt="2025-10-01T12:52:44.872" v="0" actId="47"/>
        <pc:sldMkLst>
          <pc:docMk/>
          <pc:sldMk cId="4044792061" sldId="262"/>
        </pc:sldMkLst>
      </pc:sldChg>
      <pc:sldChg chg="addSp delSp modSp add mod setBg modAnim">
        <pc:chgData name="Abhilash Puthanveettil Madathil" userId="d8011305-fc6a-4624-9916-5f1faf71aa6c" providerId="ADAL" clId="{CD4064AD-C18C-48ED-9C89-B3AAD1B4D31D}" dt="2025-10-03T05:08:24.786" v="1685" actId="1076"/>
        <pc:sldMkLst>
          <pc:docMk/>
          <pc:sldMk cId="4044074568" sldId="263"/>
        </pc:sldMkLst>
      </pc:sldChg>
      <pc:sldChg chg="del">
        <pc:chgData name="Abhilash Puthanveettil Madathil" userId="d8011305-fc6a-4624-9916-5f1faf71aa6c" providerId="ADAL" clId="{CD4064AD-C18C-48ED-9C89-B3AAD1B4D31D}" dt="2025-10-01T12:52:44.872" v="0" actId="47"/>
        <pc:sldMkLst>
          <pc:docMk/>
          <pc:sldMk cId="4223849758" sldId="263"/>
        </pc:sldMkLst>
      </pc:sldChg>
      <pc:sldChg chg="modSp add mod">
        <pc:chgData name="Abhilash Puthanveettil Madathil" userId="d8011305-fc6a-4624-9916-5f1faf71aa6c" providerId="ADAL" clId="{CD4064AD-C18C-48ED-9C89-B3AAD1B4D31D}" dt="2025-10-02T14:40:52.107" v="713" actId="1076"/>
        <pc:sldMkLst>
          <pc:docMk/>
          <pc:sldMk cId="1856060310" sldId="264"/>
        </pc:sldMkLst>
      </pc:sldChg>
      <pc:sldChg chg="del">
        <pc:chgData name="Abhilash Puthanveettil Madathil" userId="d8011305-fc6a-4624-9916-5f1faf71aa6c" providerId="ADAL" clId="{CD4064AD-C18C-48ED-9C89-B3AAD1B4D31D}" dt="2025-10-01T12:52:44.872" v="0" actId="47"/>
        <pc:sldMkLst>
          <pc:docMk/>
          <pc:sldMk cId="1860334824" sldId="265"/>
        </pc:sldMkLst>
      </pc:sldChg>
      <pc:sldChg chg="modSp add mod">
        <pc:chgData name="Abhilash Puthanveettil Madathil" userId="d8011305-fc6a-4624-9916-5f1faf71aa6c" providerId="ADAL" clId="{CD4064AD-C18C-48ED-9C89-B3AAD1B4D31D}" dt="2025-10-03T04:31:38.497" v="1295" actId="1076"/>
        <pc:sldMkLst>
          <pc:docMk/>
          <pc:sldMk cId="3914696877" sldId="265"/>
        </pc:sldMkLst>
      </pc:sldChg>
      <pc:sldChg chg="modSp add del">
        <pc:chgData name="Abhilash Puthanveettil Madathil" userId="d8011305-fc6a-4624-9916-5f1faf71aa6c" providerId="ADAL" clId="{CD4064AD-C18C-48ED-9C89-B3AAD1B4D31D}" dt="2025-10-02T14:57:16.427" v="1001" actId="47"/>
        <pc:sldMkLst>
          <pc:docMk/>
          <pc:sldMk cId="140247074" sldId="266"/>
        </pc:sldMkLst>
      </pc:sldChg>
      <pc:sldChg chg="del">
        <pc:chgData name="Abhilash Puthanveettil Madathil" userId="d8011305-fc6a-4624-9916-5f1faf71aa6c" providerId="ADAL" clId="{CD4064AD-C18C-48ED-9C89-B3AAD1B4D31D}" dt="2025-10-01T12:52:44.872" v="0" actId="47"/>
        <pc:sldMkLst>
          <pc:docMk/>
          <pc:sldMk cId="2163518271" sldId="266"/>
        </pc:sldMkLst>
      </pc:sldChg>
      <pc:sldChg chg="del">
        <pc:chgData name="Abhilash Puthanveettil Madathil" userId="d8011305-fc6a-4624-9916-5f1faf71aa6c" providerId="ADAL" clId="{CD4064AD-C18C-48ED-9C89-B3AAD1B4D31D}" dt="2025-10-01T12:52:44.872" v="0" actId="47"/>
        <pc:sldMkLst>
          <pc:docMk/>
          <pc:sldMk cId="2798155982" sldId="267"/>
        </pc:sldMkLst>
      </pc:sldChg>
      <pc:sldChg chg="del">
        <pc:chgData name="Abhilash Puthanveettil Madathil" userId="d8011305-fc6a-4624-9916-5f1faf71aa6c" providerId="ADAL" clId="{CD4064AD-C18C-48ED-9C89-B3AAD1B4D31D}" dt="2025-10-01T12:52:44.872" v="0" actId="47"/>
        <pc:sldMkLst>
          <pc:docMk/>
          <pc:sldMk cId="1147009817" sldId="268"/>
        </pc:sldMkLst>
      </pc:sldChg>
      <pc:sldChg chg="del">
        <pc:chgData name="Abhilash Puthanveettil Madathil" userId="d8011305-fc6a-4624-9916-5f1faf71aa6c" providerId="ADAL" clId="{CD4064AD-C18C-48ED-9C89-B3AAD1B4D31D}" dt="2025-10-01T12:52:44.872" v="0" actId="47"/>
        <pc:sldMkLst>
          <pc:docMk/>
          <pc:sldMk cId="615452064" sldId="269"/>
        </pc:sldMkLst>
      </pc:sldChg>
      <pc:sldChg chg="del">
        <pc:chgData name="Abhilash Puthanveettil Madathil" userId="d8011305-fc6a-4624-9916-5f1faf71aa6c" providerId="ADAL" clId="{CD4064AD-C18C-48ED-9C89-B3AAD1B4D31D}" dt="2025-10-01T12:52:44.872" v="0" actId="47"/>
        <pc:sldMkLst>
          <pc:docMk/>
          <pc:sldMk cId="147435984" sldId="272"/>
        </pc:sldMkLst>
      </pc:sldChg>
      <pc:sldChg chg="del">
        <pc:chgData name="Abhilash Puthanveettil Madathil" userId="d8011305-fc6a-4624-9916-5f1faf71aa6c" providerId="ADAL" clId="{CD4064AD-C18C-48ED-9C89-B3AAD1B4D31D}" dt="2025-10-01T12:52:44.872" v="0" actId="47"/>
        <pc:sldMkLst>
          <pc:docMk/>
          <pc:sldMk cId="521685281" sldId="275"/>
        </pc:sldMkLst>
      </pc:sldChg>
      <pc:sldChg chg="del">
        <pc:chgData name="Abhilash Puthanveettil Madathil" userId="d8011305-fc6a-4624-9916-5f1faf71aa6c" providerId="ADAL" clId="{CD4064AD-C18C-48ED-9C89-B3AAD1B4D31D}" dt="2025-10-01T12:52:44.872" v="0" actId="47"/>
        <pc:sldMkLst>
          <pc:docMk/>
          <pc:sldMk cId="142144373" sldId="276"/>
        </pc:sldMkLst>
      </pc:sldChg>
      <pc:sldChg chg="del">
        <pc:chgData name="Abhilash Puthanveettil Madathil" userId="d8011305-fc6a-4624-9916-5f1faf71aa6c" providerId="ADAL" clId="{CD4064AD-C18C-48ED-9C89-B3AAD1B4D31D}" dt="2025-10-01T12:52:44.872" v="0" actId="47"/>
        <pc:sldMkLst>
          <pc:docMk/>
          <pc:sldMk cId="4231571135" sldId="277"/>
        </pc:sldMkLst>
      </pc:sldChg>
      <pc:sldChg chg="del">
        <pc:chgData name="Abhilash Puthanveettil Madathil" userId="d8011305-fc6a-4624-9916-5f1faf71aa6c" providerId="ADAL" clId="{CD4064AD-C18C-48ED-9C89-B3AAD1B4D31D}" dt="2025-10-01T12:52:44.872" v="0" actId="47"/>
        <pc:sldMkLst>
          <pc:docMk/>
          <pc:sldMk cId="2179627387" sldId="278"/>
        </pc:sldMkLst>
      </pc:sldChg>
      <pc:sldChg chg="del">
        <pc:chgData name="Abhilash Puthanveettil Madathil" userId="d8011305-fc6a-4624-9916-5f1faf71aa6c" providerId="ADAL" clId="{CD4064AD-C18C-48ED-9C89-B3AAD1B4D31D}" dt="2025-10-01T12:52:44.872" v="0" actId="47"/>
        <pc:sldMkLst>
          <pc:docMk/>
          <pc:sldMk cId="2428755542" sldId="279"/>
        </pc:sldMkLst>
      </pc:sldChg>
      <pc:sldChg chg="del">
        <pc:chgData name="Abhilash Puthanveettil Madathil" userId="d8011305-fc6a-4624-9916-5f1faf71aa6c" providerId="ADAL" clId="{CD4064AD-C18C-48ED-9C89-B3AAD1B4D31D}" dt="2025-10-01T12:52:44.872" v="0" actId="47"/>
        <pc:sldMkLst>
          <pc:docMk/>
          <pc:sldMk cId="196034459" sldId="281"/>
        </pc:sldMkLst>
      </pc:sldChg>
      <pc:sldChg chg="del">
        <pc:chgData name="Abhilash Puthanveettil Madathil" userId="d8011305-fc6a-4624-9916-5f1faf71aa6c" providerId="ADAL" clId="{CD4064AD-C18C-48ED-9C89-B3AAD1B4D31D}" dt="2025-10-01T12:52:44.872" v="0" actId="47"/>
        <pc:sldMkLst>
          <pc:docMk/>
          <pc:sldMk cId="2551227202" sldId="282"/>
        </pc:sldMkLst>
      </pc:sldChg>
      <pc:sldChg chg="del">
        <pc:chgData name="Abhilash Puthanveettil Madathil" userId="d8011305-fc6a-4624-9916-5f1faf71aa6c" providerId="ADAL" clId="{CD4064AD-C18C-48ED-9C89-B3AAD1B4D31D}" dt="2025-10-01T12:52:44.872" v="0" actId="47"/>
        <pc:sldMkLst>
          <pc:docMk/>
          <pc:sldMk cId="4238330889" sldId="283"/>
        </pc:sldMkLst>
      </pc:sldChg>
      <pc:sldChg chg="del">
        <pc:chgData name="Abhilash Puthanveettil Madathil" userId="d8011305-fc6a-4624-9916-5f1faf71aa6c" providerId="ADAL" clId="{CD4064AD-C18C-48ED-9C89-B3AAD1B4D31D}" dt="2025-10-01T12:52:44.872" v="0" actId="47"/>
        <pc:sldMkLst>
          <pc:docMk/>
          <pc:sldMk cId="3752654621" sldId="284"/>
        </pc:sldMkLst>
      </pc:sldChg>
      <pc:sldChg chg="modSp mod">
        <pc:chgData name="Abhilash Puthanveettil Madathil" userId="d8011305-fc6a-4624-9916-5f1faf71aa6c" providerId="ADAL" clId="{CD4064AD-C18C-48ED-9C89-B3AAD1B4D31D}" dt="2025-10-03T13:38:20.755" v="2599" actId="20577"/>
        <pc:sldMkLst>
          <pc:docMk/>
          <pc:sldMk cId="3516092615" sldId="5257"/>
        </pc:sldMkLst>
      </pc:sldChg>
      <pc:sldChg chg="addSp delSp modSp add mod">
        <pc:chgData name="Abhilash Puthanveettil Madathil" userId="d8011305-fc6a-4624-9916-5f1faf71aa6c" providerId="ADAL" clId="{CD4064AD-C18C-48ED-9C89-B3AAD1B4D31D}" dt="2025-10-03T09:11:29.552" v="2516" actId="15"/>
        <pc:sldMkLst>
          <pc:docMk/>
          <pc:sldMk cId="1971422944" sldId="5258"/>
        </pc:sldMkLst>
      </pc:sldChg>
      <pc:sldChg chg="addSp delSp modSp new mod">
        <pc:chgData name="Abhilash Puthanveettil Madathil" userId="d8011305-fc6a-4624-9916-5f1faf71aa6c" providerId="ADAL" clId="{CD4064AD-C18C-48ED-9C89-B3AAD1B4D31D}" dt="2025-10-02T14:31:26.854" v="690" actId="20577"/>
        <pc:sldMkLst>
          <pc:docMk/>
          <pc:sldMk cId="2522748638" sldId="5259"/>
        </pc:sldMkLst>
      </pc:sldChg>
      <pc:sldChg chg="addSp modSp new del mod modClrScheme chgLayout">
        <pc:chgData name="Abhilash Puthanveettil Madathil" userId="d8011305-fc6a-4624-9916-5f1faf71aa6c" providerId="ADAL" clId="{CD4064AD-C18C-48ED-9C89-B3AAD1B4D31D}" dt="2025-10-02T14:57:29.805" v="1004" actId="47"/>
        <pc:sldMkLst>
          <pc:docMk/>
          <pc:sldMk cId="594491671" sldId="5260"/>
        </pc:sldMkLst>
      </pc:sldChg>
      <pc:sldChg chg="modSp new del mod">
        <pc:chgData name="Abhilash Puthanveettil Madathil" userId="d8011305-fc6a-4624-9916-5f1faf71aa6c" providerId="ADAL" clId="{CD4064AD-C18C-48ED-9C89-B3AAD1B4D31D}" dt="2025-10-03T09:09:18.346" v="2498" actId="47"/>
        <pc:sldMkLst>
          <pc:docMk/>
          <pc:sldMk cId="3373545801" sldId="5261"/>
        </pc:sldMkLst>
      </pc:sldChg>
      <pc:sldChg chg="addSp delSp modSp new mod ord">
        <pc:chgData name="Abhilash Puthanveettil Madathil" userId="d8011305-fc6a-4624-9916-5f1faf71aa6c" providerId="ADAL" clId="{CD4064AD-C18C-48ED-9C89-B3AAD1B4D31D}" dt="2025-10-03T05:09:18.033" v="1705" actId="6549"/>
        <pc:sldMkLst>
          <pc:docMk/>
          <pc:sldMk cId="1372548709" sldId="5262"/>
        </pc:sldMkLst>
      </pc:sldChg>
      <pc:sldChg chg="addSp delSp modSp new mod">
        <pc:chgData name="Abhilash Puthanveettil Madathil" userId="d8011305-fc6a-4624-9916-5f1faf71aa6c" providerId="ADAL" clId="{CD4064AD-C18C-48ED-9C89-B3AAD1B4D31D}" dt="2025-10-02T14:52:35.818" v="858" actId="207"/>
        <pc:sldMkLst>
          <pc:docMk/>
          <pc:sldMk cId="3054143916" sldId="5263"/>
        </pc:sldMkLst>
      </pc:sldChg>
      <pc:sldChg chg="new del">
        <pc:chgData name="Abhilash Puthanveettil Madathil" userId="d8011305-fc6a-4624-9916-5f1faf71aa6c" providerId="ADAL" clId="{CD4064AD-C18C-48ED-9C89-B3AAD1B4D31D}" dt="2025-10-02T12:20:11.944" v="364" actId="47"/>
        <pc:sldMkLst>
          <pc:docMk/>
          <pc:sldMk cId="483063544" sldId="5264"/>
        </pc:sldMkLst>
      </pc:sldChg>
      <pc:sldChg chg="addSp modSp add mod">
        <pc:chgData name="Abhilash Puthanveettil Madathil" userId="d8011305-fc6a-4624-9916-5f1faf71aa6c" providerId="ADAL" clId="{CD4064AD-C18C-48ED-9C89-B3AAD1B4D31D}" dt="2025-10-03T13:57:59.594" v="2606" actId="20577"/>
        <pc:sldMkLst>
          <pc:docMk/>
          <pc:sldMk cId="1748609358" sldId="5265"/>
        </pc:sldMkLst>
      </pc:sldChg>
      <pc:sldChg chg="addSp delSp modSp add mod">
        <pc:chgData name="Abhilash Puthanveettil Madathil" userId="d8011305-fc6a-4624-9916-5f1faf71aa6c" providerId="ADAL" clId="{CD4064AD-C18C-48ED-9C89-B3AAD1B4D31D}" dt="2025-10-02T14:51:39.381" v="849" actId="113"/>
        <pc:sldMkLst>
          <pc:docMk/>
          <pc:sldMk cId="571200594" sldId="5266"/>
        </pc:sldMkLst>
      </pc:sldChg>
      <pc:sldChg chg="addSp delSp modSp add mod">
        <pc:chgData name="Abhilash Puthanveettil Madathil" userId="d8011305-fc6a-4624-9916-5f1faf71aa6c" providerId="ADAL" clId="{CD4064AD-C18C-48ED-9C89-B3AAD1B4D31D}" dt="2025-10-03T11:03:25.042" v="2597" actId="5793"/>
        <pc:sldMkLst>
          <pc:docMk/>
          <pc:sldMk cId="4151821981" sldId="5267"/>
        </pc:sldMkLst>
      </pc:sldChg>
      <pc:sldChg chg="addSp delSp modSp new mod">
        <pc:chgData name="Abhilash Puthanveettil Madathil" userId="d8011305-fc6a-4624-9916-5f1faf71aa6c" providerId="ADAL" clId="{CD4064AD-C18C-48ED-9C89-B3AAD1B4D31D}" dt="2025-10-03T13:58:32.099" v="2611" actId="403"/>
        <pc:sldMkLst>
          <pc:docMk/>
          <pc:sldMk cId="3605360694" sldId="5268"/>
        </pc:sldMkLst>
      </pc:sldChg>
      <pc:sldChg chg="addSp delSp modSp add mod">
        <pc:chgData name="Abhilash Puthanveettil Madathil" userId="d8011305-fc6a-4624-9916-5f1faf71aa6c" providerId="ADAL" clId="{CD4064AD-C18C-48ED-9C89-B3AAD1B4D31D}" dt="2025-10-02T14:48:56.686" v="808" actId="207"/>
        <pc:sldMkLst>
          <pc:docMk/>
          <pc:sldMk cId="837289321" sldId="5269"/>
        </pc:sldMkLst>
      </pc:sldChg>
      <pc:sldChg chg="addSp delSp modSp new mod">
        <pc:chgData name="Abhilash Puthanveettil Madathil" userId="d8011305-fc6a-4624-9916-5f1faf71aa6c" providerId="ADAL" clId="{CD4064AD-C18C-48ED-9C89-B3AAD1B4D31D}" dt="2025-10-03T13:59:29.688" v="2630" actId="122"/>
        <pc:sldMkLst>
          <pc:docMk/>
          <pc:sldMk cId="1488880828" sldId="5270"/>
        </pc:sldMkLst>
      </pc:sldChg>
      <pc:sldChg chg="add">
        <pc:chgData name="Abhilash Puthanveettil Madathil" userId="d8011305-fc6a-4624-9916-5f1faf71aa6c" providerId="ADAL" clId="{CD4064AD-C18C-48ED-9C89-B3AAD1B4D31D}" dt="2025-10-03T04:27:15.536" v="1005"/>
        <pc:sldMkLst>
          <pc:docMk/>
          <pc:sldMk cId="3546482377" sldId="5271"/>
        </pc:sldMkLst>
      </pc:sldChg>
      <pc:sldChg chg="addSp modSp new mod">
        <pc:chgData name="Abhilash Puthanveettil Madathil" userId="d8011305-fc6a-4624-9916-5f1faf71aa6c" providerId="ADAL" clId="{CD4064AD-C18C-48ED-9C89-B3AAD1B4D31D}" dt="2025-10-03T09:02:28.237" v="2471" actId="164"/>
        <pc:sldMkLst>
          <pc:docMk/>
          <pc:sldMk cId="261364860" sldId="5272"/>
        </pc:sldMkLst>
      </pc:sldChg>
      <pc:sldChg chg="addSp delSp modSp new mod">
        <pc:chgData name="Abhilash Puthanveettil Madathil" userId="d8011305-fc6a-4624-9916-5f1faf71aa6c" providerId="ADAL" clId="{CD4064AD-C18C-48ED-9C89-B3AAD1B4D31D}" dt="2025-10-03T09:09:09.260" v="2497" actId="1076"/>
        <pc:sldMkLst>
          <pc:docMk/>
          <pc:sldMk cId="1123711110" sldId="5273"/>
        </pc:sldMkLst>
      </pc:sldChg>
      <pc:sldChg chg="del">
        <pc:chgData name="Abhilash Puthanveettil Madathil" userId="d8011305-fc6a-4624-9916-5f1faf71aa6c" providerId="ADAL" clId="{CD4064AD-C18C-48ED-9C89-B3AAD1B4D31D}" dt="2025-10-01T12:52:44.872" v="0" actId="47"/>
        <pc:sldMkLst>
          <pc:docMk/>
          <pc:sldMk cId="1124895324" sldId="5293"/>
        </pc:sldMkLst>
      </pc:sldChg>
      <pc:sldChg chg="del">
        <pc:chgData name="Abhilash Puthanveettil Madathil" userId="d8011305-fc6a-4624-9916-5f1faf71aa6c" providerId="ADAL" clId="{CD4064AD-C18C-48ED-9C89-B3AAD1B4D31D}" dt="2025-10-01T12:52:44.872" v="0" actId="47"/>
        <pc:sldMkLst>
          <pc:docMk/>
          <pc:sldMk cId="1814001132" sldId="5294"/>
        </pc:sldMkLst>
      </pc:sldChg>
      <pc:sldMasterChg chg="delSldLayout">
        <pc:chgData name="Abhilash Puthanveettil Madathil" userId="d8011305-fc6a-4624-9916-5f1faf71aa6c" providerId="ADAL" clId="{CD4064AD-C18C-48ED-9C89-B3AAD1B4D31D}" dt="2025-10-01T12:52:44.872" v="0" actId="47"/>
        <pc:sldMasterMkLst>
          <pc:docMk/>
          <pc:sldMasterMk cId="2866590782" sldId="2147483680"/>
        </pc:sldMasterMkLst>
        <pc:sldLayoutChg chg="del">
          <pc:chgData name="Abhilash Puthanveettil Madathil" userId="d8011305-fc6a-4624-9916-5f1faf71aa6c" providerId="ADAL" clId="{CD4064AD-C18C-48ED-9C89-B3AAD1B4D31D}" dt="2025-10-01T12:52:44.872" v="0" actId="47"/>
          <pc:sldLayoutMkLst>
            <pc:docMk/>
            <pc:sldMasterMk cId="2866590782" sldId="2147483680"/>
            <pc:sldLayoutMk cId="3512182986" sldId="2147483696"/>
          </pc:sldLayoutMkLst>
        </pc:sldLayoutChg>
      </pc:sldMasterChg>
    </pc:docChg>
  </pc:docChgLst>
  <pc:docChgLst>
    <pc:chgData name="Abhilash Puthanveettil Madathil" userId="d8011305-fc6a-4624-9916-5f1faf71aa6c" providerId="ADAL" clId="{23C840B2-036E-4C84-9BCD-E46F46244F1C}"/>
    <pc:docChg chg="undo custSel addSld delSld modSld sldOrd">
      <pc:chgData name="Abhilash Puthanveettil Madathil" userId="d8011305-fc6a-4624-9916-5f1faf71aa6c" providerId="ADAL" clId="{23C840B2-036E-4C84-9BCD-E46F46244F1C}" dt="2025-09-26T14:03:49.184" v="186" actId="1076"/>
      <pc:docMkLst>
        <pc:docMk/>
      </pc:docMkLst>
      <pc:sldChg chg="delSp modSp add mod setBg delDesignElem">
        <pc:chgData name="Abhilash Puthanveettil Madathil" userId="d8011305-fc6a-4624-9916-5f1faf71aa6c" providerId="ADAL" clId="{23C840B2-036E-4C84-9BCD-E46F46244F1C}" dt="2025-09-24T11:47:57.561" v="130" actId="6549"/>
        <pc:sldMkLst>
          <pc:docMk/>
          <pc:sldMk cId="449371103" sldId="256"/>
        </pc:sldMkLst>
      </pc:sldChg>
      <pc:sldChg chg="modSp mod">
        <pc:chgData name="Abhilash Puthanveettil Madathil" userId="d8011305-fc6a-4624-9916-5f1faf71aa6c" providerId="ADAL" clId="{23C840B2-036E-4C84-9BCD-E46F46244F1C}" dt="2025-09-26T14:03:05.488" v="179" actId="6549"/>
        <pc:sldMkLst>
          <pc:docMk/>
          <pc:sldMk cId="1907673375" sldId="257"/>
        </pc:sldMkLst>
      </pc:sldChg>
      <pc:sldChg chg="delSp modSp add mod setBg delDesignElem">
        <pc:chgData name="Abhilash Puthanveettil Madathil" userId="d8011305-fc6a-4624-9916-5f1faf71aa6c" providerId="ADAL" clId="{23C840B2-036E-4C84-9BCD-E46F46244F1C}" dt="2025-09-24T11:48:54.505" v="135" actId="14100"/>
        <pc:sldMkLst>
          <pc:docMk/>
          <pc:sldMk cId="1086959304" sldId="258"/>
        </pc:sldMkLst>
      </pc:sldChg>
      <pc:sldChg chg="del">
        <pc:chgData name="Abhilash Puthanveettil Madathil" userId="d8011305-fc6a-4624-9916-5f1faf71aa6c" providerId="ADAL" clId="{23C840B2-036E-4C84-9BCD-E46F46244F1C}" dt="2025-09-24T11:28:54.422" v="112" actId="47"/>
        <pc:sldMkLst>
          <pc:docMk/>
          <pc:sldMk cId="1235313199" sldId="258"/>
        </pc:sldMkLst>
      </pc:sldChg>
      <pc:sldChg chg="add">
        <pc:chgData name="Abhilash Puthanveettil Madathil" userId="d8011305-fc6a-4624-9916-5f1faf71aa6c" providerId="ADAL" clId="{23C840B2-036E-4C84-9BCD-E46F46244F1C}" dt="2025-09-24T11:29:22.824" v="117"/>
        <pc:sldMkLst>
          <pc:docMk/>
          <pc:sldMk cId="579525691" sldId="259"/>
        </pc:sldMkLst>
      </pc:sldChg>
      <pc:sldChg chg="del">
        <pc:chgData name="Abhilash Puthanveettil Madathil" userId="d8011305-fc6a-4624-9916-5f1faf71aa6c" providerId="ADAL" clId="{23C840B2-036E-4C84-9BCD-E46F46244F1C}" dt="2025-09-24T11:28:54.422" v="112" actId="47"/>
        <pc:sldMkLst>
          <pc:docMk/>
          <pc:sldMk cId="802379716" sldId="259"/>
        </pc:sldMkLst>
      </pc:sldChg>
      <pc:sldChg chg="del">
        <pc:chgData name="Abhilash Puthanveettil Madathil" userId="d8011305-fc6a-4624-9916-5f1faf71aa6c" providerId="ADAL" clId="{23C840B2-036E-4C84-9BCD-E46F46244F1C}" dt="2025-09-24T11:28:54.422" v="112" actId="47"/>
        <pc:sldMkLst>
          <pc:docMk/>
          <pc:sldMk cId="367599848" sldId="260"/>
        </pc:sldMkLst>
      </pc:sldChg>
      <pc:sldChg chg="add setBg">
        <pc:chgData name="Abhilash Puthanveettil Madathil" userId="d8011305-fc6a-4624-9916-5f1faf71aa6c" providerId="ADAL" clId="{23C840B2-036E-4C84-9BCD-E46F46244F1C}" dt="2025-09-24T11:29:22.824" v="117"/>
        <pc:sldMkLst>
          <pc:docMk/>
          <pc:sldMk cId="2833719794" sldId="260"/>
        </pc:sldMkLst>
      </pc:sldChg>
      <pc:sldChg chg="add">
        <pc:chgData name="Abhilash Puthanveettil Madathil" userId="d8011305-fc6a-4624-9916-5f1faf71aa6c" providerId="ADAL" clId="{23C840B2-036E-4C84-9BCD-E46F46244F1C}" dt="2025-09-24T11:29:22.824" v="117"/>
        <pc:sldMkLst>
          <pc:docMk/>
          <pc:sldMk cId="3195861652" sldId="261"/>
        </pc:sldMkLst>
      </pc:sldChg>
      <pc:sldChg chg="del">
        <pc:chgData name="Abhilash Puthanveettil Madathil" userId="d8011305-fc6a-4624-9916-5f1faf71aa6c" providerId="ADAL" clId="{23C840B2-036E-4C84-9BCD-E46F46244F1C}" dt="2025-09-24T11:28:54.422" v="112" actId="47"/>
        <pc:sldMkLst>
          <pc:docMk/>
          <pc:sldMk cId="3946753422" sldId="262"/>
        </pc:sldMkLst>
      </pc:sldChg>
      <pc:sldChg chg="modSp add mod">
        <pc:chgData name="Abhilash Puthanveettil Madathil" userId="d8011305-fc6a-4624-9916-5f1faf71aa6c" providerId="ADAL" clId="{23C840B2-036E-4C84-9BCD-E46F46244F1C}" dt="2025-09-26T14:03:49.184" v="186" actId="1076"/>
        <pc:sldMkLst>
          <pc:docMk/>
          <pc:sldMk cId="4044792061" sldId="262"/>
        </pc:sldMkLst>
      </pc:sldChg>
      <pc:sldChg chg="del">
        <pc:chgData name="Abhilash Puthanveettil Madathil" userId="d8011305-fc6a-4624-9916-5f1faf71aa6c" providerId="ADAL" clId="{23C840B2-036E-4C84-9BCD-E46F46244F1C}" dt="2025-09-24T11:28:54.422" v="112" actId="47"/>
        <pc:sldMkLst>
          <pc:docMk/>
          <pc:sldMk cId="3558507941" sldId="263"/>
        </pc:sldMkLst>
      </pc:sldChg>
      <pc:sldChg chg="modSp add mod">
        <pc:chgData name="Abhilash Puthanveettil Madathil" userId="d8011305-fc6a-4624-9916-5f1faf71aa6c" providerId="ADAL" clId="{23C840B2-036E-4C84-9BCD-E46F46244F1C}" dt="2025-09-24T11:56:56.281" v="142" actId="1076"/>
        <pc:sldMkLst>
          <pc:docMk/>
          <pc:sldMk cId="4223849758" sldId="263"/>
        </pc:sldMkLst>
      </pc:sldChg>
      <pc:sldChg chg="del">
        <pc:chgData name="Abhilash Puthanveettil Madathil" userId="d8011305-fc6a-4624-9916-5f1faf71aa6c" providerId="ADAL" clId="{23C840B2-036E-4C84-9BCD-E46F46244F1C}" dt="2025-09-24T11:28:54.422" v="112" actId="47"/>
        <pc:sldMkLst>
          <pc:docMk/>
          <pc:sldMk cId="1501806569" sldId="264"/>
        </pc:sldMkLst>
      </pc:sldChg>
      <pc:sldChg chg="add">
        <pc:chgData name="Abhilash Puthanveettil Madathil" userId="d8011305-fc6a-4624-9916-5f1faf71aa6c" providerId="ADAL" clId="{23C840B2-036E-4C84-9BCD-E46F46244F1C}" dt="2025-09-24T11:29:22.824" v="117"/>
        <pc:sldMkLst>
          <pc:docMk/>
          <pc:sldMk cId="1860334824" sldId="265"/>
        </pc:sldMkLst>
      </pc:sldChg>
      <pc:sldChg chg="del">
        <pc:chgData name="Abhilash Puthanveettil Madathil" userId="d8011305-fc6a-4624-9916-5f1faf71aa6c" providerId="ADAL" clId="{23C840B2-036E-4C84-9BCD-E46F46244F1C}" dt="2025-09-24T11:28:54.422" v="112" actId="47"/>
        <pc:sldMkLst>
          <pc:docMk/>
          <pc:sldMk cId="4155161756" sldId="265"/>
        </pc:sldMkLst>
      </pc:sldChg>
      <pc:sldChg chg="add">
        <pc:chgData name="Abhilash Puthanveettil Madathil" userId="d8011305-fc6a-4624-9916-5f1faf71aa6c" providerId="ADAL" clId="{23C840B2-036E-4C84-9BCD-E46F46244F1C}" dt="2025-09-24T11:29:22.824" v="117"/>
        <pc:sldMkLst>
          <pc:docMk/>
          <pc:sldMk cId="2163518271" sldId="266"/>
        </pc:sldMkLst>
      </pc:sldChg>
      <pc:sldChg chg="add">
        <pc:chgData name="Abhilash Puthanveettil Madathil" userId="d8011305-fc6a-4624-9916-5f1faf71aa6c" providerId="ADAL" clId="{23C840B2-036E-4C84-9BCD-E46F46244F1C}" dt="2025-09-24T11:29:22.824" v="117"/>
        <pc:sldMkLst>
          <pc:docMk/>
          <pc:sldMk cId="2798155982" sldId="267"/>
        </pc:sldMkLst>
      </pc:sldChg>
      <pc:sldChg chg="add">
        <pc:chgData name="Abhilash Puthanveettil Madathil" userId="d8011305-fc6a-4624-9916-5f1faf71aa6c" providerId="ADAL" clId="{23C840B2-036E-4C84-9BCD-E46F46244F1C}" dt="2025-09-24T11:29:22.824" v="117"/>
        <pc:sldMkLst>
          <pc:docMk/>
          <pc:sldMk cId="1147009817" sldId="268"/>
        </pc:sldMkLst>
      </pc:sldChg>
      <pc:sldChg chg="add">
        <pc:chgData name="Abhilash Puthanveettil Madathil" userId="d8011305-fc6a-4624-9916-5f1faf71aa6c" providerId="ADAL" clId="{23C840B2-036E-4C84-9BCD-E46F46244F1C}" dt="2025-09-24T11:29:22.824" v="117"/>
        <pc:sldMkLst>
          <pc:docMk/>
          <pc:sldMk cId="615452064" sldId="269"/>
        </pc:sldMkLst>
      </pc:sldChg>
      <pc:sldChg chg="add">
        <pc:chgData name="Abhilash Puthanveettil Madathil" userId="d8011305-fc6a-4624-9916-5f1faf71aa6c" providerId="ADAL" clId="{23C840B2-036E-4C84-9BCD-E46F46244F1C}" dt="2025-09-24T11:29:22.824" v="117"/>
        <pc:sldMkLst>
          <pc:docMk/>
          <pc:sldMk cId="147435984" sldId="272"/>
        </pc:sldMkLst>
      </pc:sldChg>
      <pc:sldChg chg="add">
        <pc:chgData name="Abhilash Puthanveettil Madathil" userId="d8011305-fc6a-4624-9916-5f1faf71aa6c" providerId="ADAL" clId="{23C840B2-036E-4C84-9BCD-E46F46244F1C}" dt="2025-09-24T11:29:22.824" v="117"/>
        <pc:sldMkLst>
          <pc:docMk/>
          <pc:sldMk cId="521685281" sldId="275"/>
        </pc:sldMkLst>
      </pc:sldChg>
      <pc:sldChg chg="add">
        <pc:chgData name="Abhilash Puthanveettil Madathil" userId="d8011305-fc6a-4624-9916-5f1faf71aa6c" providerId="ADAL" clId="{23C840B2-036E-4C84-9BCD-E46F46244F1C}" dt="2025-09-24T11:29:22.824" v="117"/>
        <pc:sldMkLst>
          <pc:docMk/>
          <pc:sldMk cId="142144373" sldId="276"/>
        </pc:sldMkLst>
      </pc:sldChg>
      <pc:sldChg chg="add">
        <pc:chgData name="Abhilash Puthanveettil Madathil" userId="d8011305-fc6a-4624-9916-5f1faf71aa6c" providerId="ADAL" clId="{23C840B2-036E-4C84-9BCD-E46F46244F1C}" dt="2025-09-24T11:29:22.824" v="117"/>
        <pc:sldMkLst>
          <pc:docMk/>
          <pc:sldMk cId="4231571135" sldId="277"/>
        </pc:sldMkLst>
      </pc:sldChg>
      <pc:sldChg chg="delSp add setBg delDesignElem">
        <pc:chgData name="Abhilash Puthanveettil Madathil" userId="d8011305-fc6a-4624-9916-5f1faf71aa6c" providerId="ADAL" clId="{23C840B2-036E-4C84-9BCD-E46F46244F1C}" dt="2025-09-24T11:29:22.824" v="117"/>
        <pc:sldMkLst>
          <pc:docMk/>
          <pc:sldMk cId="2179627387" sldId="278"/>
        </pc:sldMkLst>
      </pc:sldChg>
      <pc:sldChg chg="add">
        <pc:chgData name="Abhilash Puthanveettil Madathil" userId="d8011305-fc6a-4624-9916-5f1faf71aa6c" providerId="ADAL" clId="{23C840B2-036E-4C84-9BCD-E46F46244F1C}" dt="2025-09-24T11:29:22.824" v="117"/>
        <pc:sldMkLst>
          <pc:docMk/>
          <pc:sldMk cId="2428755542" sldId="279"/>
        </pc:sldMkLst>
      </pc:sldChg>
      <pc:sldChg chg="add del">
        <pc:chgData name="Abhilash Puthanveettil Madathil" userId="d8011305-fc6a-4624-9916-5f1faf71aa6c" providerId="ADAL" clId="{23C840B2-036E-4C84-9BCD-E46F46244F1C}" dt="2025-09-26T14:02:54.668" v="175" actId="47"/>
        <pc:sldMkLst>
          <pc:docMk/>
          <pc:sldMk cId="3436326331" sldId="280"/>
        </pc:sldMkLst>
      </pc:sldChg>
      <pc:sldChg chg="add">
        <pc:chgData name="Abhilash Puthanveettil Madathil" userId="d8011305-fc6a-4624-9916-5f1faf71aa6c" providerId="ADAL" clId="{23C840B2-036E-4C84-9BCD-E46F46244F1C}" dt="2025-09-24T11:29:22.824" v="117"/>
        <pc:sldMkLst>
          <pc:docMk/>
          <pc:sldMk cId="196034459" sldId="281"/>
        </pc:sldMkLst>
      </pc:sldChg>
      <pc:sldChg chg="delSp modSp add mod setBg">
        <pc:chgData name="Abhilash Puthanveettil Madathil" userId="d8011305-fc6a-4624-9916-5f1faf71aa6c" providerId="ADAL" clId="{23C840B2-036E-4C84-9BCD-E46F46244F1C}" dt="2025-09-26T14:01:23.287" v="174" actId="478"/>
        <pc:sldMkLst>
          <pc:docMk/>
          <pc:sldMk cId="2551227202" sldId="282"/>
        </pc:sldMkLst>
      </pc:sldChg>
      <pc:sldChg chg="add">
        <pc:chgData name="Abhilash Puthanveettil Madathil" userId="d8011305-fc6a-4624-9916-5f1faf71aa6c" providerId="ADAL" clId="{23C840B2-036E-4C84-9BCD-E46F46244F1C}" dt="2025-09-24T11:29:22.824" v="117"/>
        <pc:sldMkLst>
          <pc:docMk/>
          <pc:sldMk cId="4238330889" sldId="283"/>
        </pc:sldMkLst>
      </pc:sldChg>
      <pc:sldChg chg="add">
        <pc:chgData name="Abhilash Puthanveettil Madathil" userId="d8011305-fc6a-4624-9916-5f1faf71aa6c" providerId="ADAL" clId="{23C840B2-036E-4C84-9BCD-E46F46244F1C}" dt="2025-09-24T11:29:22.824" v="117"/>
        <pc:sldMkLst>
          <pc:docMk/>
          <pc:sldMk cId="3752654621" sldId="284"/>
        </pc:sldMkLst>
      </pc:sldChg>
      <pc:sldChg chg="modSp mod">
        <pc:chgData name="Abhilash Puthanveettil Madathil" userId="d8011305-fc6a-4624-9916-5f1faf71aa6c" providerId="ADAL" clId="{23C840B2-036E-4C84-9BCD-E46F46244F1C}" dt="2025-09-26T14:03:30.326" v="185" actId="20577"/>
        <pc:sldMkLst>
          <pc:docMk/>
          <pc:sldMk cId="3516092615" sldId="5257"/>
        </pc:sldMkLst>
      </pc:sldChg>
      <pc:sldChg chg="del">
        <pc:chgData name="Abhilash Puthanveettil Madathil" userId="d8011305-fc6a-4624-9916-5f1faf71aa6c" providerId="ADAL" clId="{23C840B2-036E-4C84-9BCD-E46F46244F1C}" dt="2025-09-24T11:29:20.984" v="113" actId="47"/>
        <pc:sldMkLst>
          <pc:docMk/>
          <pc:sldMk cId="3296916716" sldId="5283"/>
        </pc:sldMkLst>
      </pc:sldChg>
      <pc:sldChg chg="del">
        <pc:chgData name="Abhilash Puthanveettil Madathil" userId="d8011305-fc6a-4624-9916-5f1faf71aa6c" providerId="ADAL" clId="{23C840B2-036E-4C84-9BCD-E46F46244F1C}" dt="2025-09-24T11:28:54.422" v="112" actId="47"/>
        <pc:sldMkLst>
          <pc:docMk/>
          <pc:sldMk cId="1180591358" sldId="5285"/>
        </pc:sldMkLst>
      </pc:sldChg>
      <pc:sldChg chg="del">
        <pc:chgData name="Abhilash Puthanveettil Madathil" userId="d8011305-fc6a-4624-9916-5f1faf71aa6c" providerId="ADAL" clId="{23C840B2-036E-4C84-9BCD-E46F46244F1C}" dt="2025-09-24T11:28:54.422" v="112" actId="47"/>
        <pc:sldMkLst>
          <pc:docMk/>
          <pc:sldMk cId="3084917589" sldId="5287"/>
        </pc:sldMkLst>
      </pc:sldChg>
      <pc:sldChg chg="del">
        <pc:chgData name="Abhilash Puthanveettil Madathil" userId="d8011305-fc6a-4624-9916-5f1faf71aa6c" providerId="ADAL" clId="{23C840B2-036E-4C84-9BCD-E46F46244F1C}" dt="2025-09-24T11:28:54.422" v="112" actId="47"/>
        <pc:sldMkLst>
          <pc:docMk/>
          <pc:sldMk cId="2216905751" sldId="5288"/>
        </pc:sldMkLst>
      </pc:sldChg>
      <pc:sldChg chg="del">
        <pc:chgData name="Abhilash Puthanveettil Madathil" userId="d8011305-fc6a-4624-9916-5f1faf71aa6c" providerId="ADAL" clId="{23C840B2-036E-4C84-9BCD-E46F46244F1C}" dt="2025-09-24T11:28:54.422" v="112" actId="47"/>
        <pc:sldMkLst>
          <pc:docMk/>
          <pc:sldMk cId="2916486825" sldId="5289"/>
        </pc:sldMkLst>
      </pc:sldChg>
      <pc:sldChg chg="del">
        <pc:chgData name="Abhilash Puthanveettil Madathil" userId="d8011305-fc6a-4624-9916-5f1faf71aa6c" providerId="ADAL" clId="{23C840B2-036E-4C84-9BCD-E46F46244F1C}" dt="2025-09-24T11:28:54.422" v="112" actId="47"/>
        <pc:sldMkLst>
          <pc:docMk/>
          <pc:sldMk cId="3953965154" sldId="5290"/>
        </pc:sldMkLst>
      </pc:sldChg>
      <pc:sldChg chg="modSp del mod ord">
        <pc:chgData name="Abhilash Puthanveettil Madathil" userId="d8011305-fc6a-4624-9916-5f1faf71aa6c" providerId="ADAL" clId="{23C840B2-036E-4C84-9BCD-E46F46244F1C}" dt="2025-09-24T11:29:42.958" v="121" actId="47"/>
        <pc:sldMkLst>
          <pc:docMk/>
          <pc:sldMk cId="405584616" sldId="5291"/>
        </pc:sldMkLst>
      </pc:sldChg>
      <pc:sldChg chg="del">
        <pc:chgData name="Abhilash Puthanveettil Madathil" userId="d8011305-fc6a-4624-9916-5f1faf71aa6c" providerId="ADAL" clId="{23C840B2-036E-4C84-9BCD-E46F46244F1C}" dt="2025-09-26T14:01:12.635" v="171" actId="47"/>
        <pc:sldMkLst>
          <pc:docMk/>
          <pc:sldMk cId="332089294" sldId="5292"/>
        </pc:sldMkLst>
      </pc:sldChg>
      <pc:sldChg chg="del">
        <pc:chgData name="Abhilash Puthanveettil Madathil" userId="d8011305-fc6a-4624-9916-5f1faf71aa6c" providerId="ADAL" clId="{23C840B2-036E-4C84-9BCD-E46F46244F1C}" dt="2025-09-24T11:28:54.422" v="112" actId="47"/>
        <pc:sldMkLst>
          <pc:docMk/>
          <pc:sldMk cId="846205844" sldId="5293"/>
        </pc:sldMkLst>
      </pc:sldChg>
      <pc:sldChg chg="modSp add mod">
        <pc:chgData name="Abhilash Puthanveettil Madathil" userId="d8011305-fc6a-4624-9916-5f1faf71aa6c" providerId="ADAL" clId="{23C840B2-036E-4C84-9BCD-E46F46244F1C}" dt="2025-09-24T11:30:18.844" v="127" actId="1076"/>
        <pc:sldMkLst>
          <pc:docMk/>
          <pc:sldMk cId="1124895324" sldId="5293"/>
        </pc:sldMkLst>
      </pc:sldChg>
      <pc:sldChg chg="addSp new mod">
        <pc:chgData name="Abhilash Puthanveettil Madathil" userId="d8011305-fc6a-4624-9916-5f1faf71aa6c" providerId="ADAL" clId="{23C840B2-036E-4C84-9BCD-E46F46244F1C}" dt="2025-09-24T11:37:08.776" v="129" actId="22"/>
        <pc:sldMkLst>
          <pc:docMk/>
          <pc:sldMk cId="1814001132" sldId="5294"/>
        </pc:sldMkLst>
      </pc:sldChg>
      <pc:sldMasterChg chg="delSldLayout">
        <pc:chgData name="Abhilash Puthanveettil Madathil" userId="d8011305-fc6a-4624-9916-5f1faf71aa6c" providerId="ADAL" clId="{23C840B2-036E-4C84-9BCD-E46F46244F1C}" dt="2025-09-24T11:28:54.422" v="112" actId="47"/>
        <pc:sldMasterMkLst>
          <pc:docMk/>
          <pc:sldMasterMk cId="2866590782" sldId="2147483680"/>
        </pc:sldMasterMkLst>
        <pc:sldLayoutChg chg="del">
          <pc:chgData name="Abhilash Puthanveettil Madathil" userId="d8011305-fc6a-4624-9916-5f1faf71aa6c" providerId="ADAL" clId="{23C840B2-036E-4C84-9BCD-E46F46244F1C}" dt="2025-09-24T11:28:54.422" v="112" actId="47"/>
          <pc:sldLayoutMkLst>
            <pc:docMk/>
            <pc:sldMasterMk cId="2866590782" sldId="2147483680"/>
            <pc:sldLayoutMk cId="1324982829" sldId="2147483696"/>
          </pc:sldLayoutMkLst>
        </pc:sldLayoutChg>
        <pc:sldLayoutChg chg="del">
          <pc:chgData name="Abhilash Puthanveettil Madathil" userId="d8011305-fc6a-4624-9916-5f1faf71aa6c" providerId="ADAL" clId="{23C840B2-036E-4C84-9BCD-E46F46244F1C}" dt="2025-09-24T11:28:54.422" v="112" actId="47"/>
          <pc:sldLayoutMkLst>
            <pc:docMk/>
            <pc:sldMasterMk cId="2866590782" sldId="2147483680"/>
            <pc:sldLayoutMk cId="2671193305" sldId="2147483697"/>
          </pc:sldLayoutMkLst>
        </pc:sldLayoutChg>
      </pc:sldMasterChg>
    </pc:docChg>
  </pc:docChgLst>
  <pc:docChgLst>
    <pc:chgData name="Abhilash Puthanveettil Madathil" userId="d8011305-fc6a-4624-9916-5f1faf71aa6c" providerId="ADAL" clId="{1CF0DC5F-F29C-432E-A277-E9A3FE179F45}"/>
    <pc:docChg chg="custSel addSld delSld modSld sldOrd">
      <pc:chgData name="Abhilash Puthanveettil Madathil" userId="d8011305-fc6a-4624-9916-5f1faf71aa6c" providerId="ADAL" clId="{1CF0DC5F-F29C-432E-A277-E9A3FE179F45}" dt="2025-10-09T13:19:01.450" v="435" actId="14734"/>
      <pc:docMkLst>
        <pc:docMk/>
      </pc:docMkLst>
      <pc:sldChg chg="del">
        <pc:chgData name="Abhilash Puthanveettil Madathil" userId="d8011305-fc6a-4624-9916-5f1faf71aa6c" providerId="ADAL" clId="{1CF0DC5F-F29C-432E-A277-E9A3FE179F45}" dt="2025-10-08T05:52:38.290" v="6" actId="47"/>
        <pc:sldMkLst>
          <pc:docMk/>
          <pc:sldMk cId="112347776" sldId="256"/>
        </pc:sldMkLst>
      </pc:sldChg>
      <pc:sldChg chg="modSp mod">
        <pc:chgData name="Abhilash Puthanveettil Madathil" userId="d8011305-fc6a-4624-9916-5f1faf71aa6c" providerId="ADAL" clId="{1CF0DC5F-F29C-432E-A277-E9A3FE179F45}" dt="2025-10-08T05:51:16.028" v="5" actId="20577"/>
        <pc:sldMkLst>
          <pc:docMk/>
          <pc:sldMk cId="1907673375" sldId="257"/>
        </pc:sldMkLst>
      </pc:sldChg>
      <pc:sldChg chg="del">
        <pc:chgData name="Abhilash Puthanveettil Madathil" userId="d8011305-fc6a-4624-9916-5f1faf71aa6c" providerId="ADAL" clId="{1CF0DC5F-F29C-432E-A277-E9A3FE179F45}" dt="2025-10-08T05:52:38.290" v="6" actId="47"/>
        <pc:sldMkLst>
          <pc:docMk/>
          <pc:sldMk cId="1117545304" sldId="258"/>
        </pc:sldMkLst>
      </pc:sldChg>
      <pc:sldChg chg="del">
        <pc:chgData name="Abhilash Puthanveettil Madathil" userId="d8011305-fc6a-4624-9916-5f1faf71aa6c" providerId="ADAL" clId="{1CF0DC5F-F29C-432E-A277-E9A3FE179F45}" dt="2025-10-08T05:52:38.290" v="6" actId="47"/>
        <pc:sldMkLst>
          <pc:docMk/>
          <pc:sldMk cId="2993994712" sldId="259"/>
        </pc:sldMkLst>
      </pc:sldChg>
      <pc:sldChg chg="del">
        <pc:chgData name="Abhilash Puthanveettil Madathil" userId="d8011305-fc6a-4624-9916-5f1faf71aa6c" providerId="ADAL" clId="{1CF0DC5F-F29C-432E-A277-E9A3FE179F45}" dt="2025-10-08T05:52:38.290" v="6" actId="47"/>
        <pc:sldMkLst>
          <pc:docMk/>
          <pc:sldMk cId="489925485" sldId="260"/>
        </pc:sldMkLst>
      </pc:sldChg>
      <pc:sldChg chg="del">
        <pc:chgData name="Abhilash Puthanveettil Madathil" userId="d8011305-fc6a-4624-9916-5f1faf71aa6c" providerId="ADAL" clId="{1CF0DC5F-F29C-432E-A277-E9A3FE179F45}" dt="2025-10-08T05:52:38.290" v="6" actId="47"/>
        <pc:sldMkLst>
          <pc:docMk/>
          <pc:sldMk cId="3748618793" sldId="261"/>
        </pc:sldMkLst>
      </pc:sldChg>
      <pc:sldChg chg="del">
        <pc:chgData name="Abhilash Puthanveettil Madathil" userId="d8011305-fc6a-4624-9916-5f1faf71aa6c" providerId="ADAL" clId="{1CF0DC5F-F29C-432E-A277-E9A3FE179F45}" dt="2025-10-08T05:52:38.290" v="6" actId="47"/>
        <pc:sldMkLst>
          <pc:docMk/>
          <pc:sldMk cId="550005732" sldId="262"/>
        </pc:sldMkLst>
      </pc:sldChg>
      <pc:sldChg chg="del">
        <pc:chgData name="Abhilash Puthanveettil Madathil" userId="d8011305-fc6a-4624-9916-5f1faf71aa6c" providerId="ADAL" clId="{1CF0DC5F-F29C-432E-A277-E9A3FE179F45}" dt="2025-10-08T05:52:38.290" v="6" actId="47"/>
        <pc:sldMkLst>
          <pc:docMk/>
          <pc:sldMk cId="4044074568" sldId="263"/>
        </pc:sldMkLst>
      </pc:sldChg>
      <pc:sldChg chg="del">
        <pc:chgData name="Abhilash Puthanveettil Madathil" userId="d8011305-fc6a-4624-9916-5f1faf71aa6c" providerId="ADAL" clId="{1CF0DC5F-F29C-432E-A277-E9A3FE179F45}" dt="2025-10-08T05:52:38.290" v="6" actId="47"/>
        <pc:sldMkLst>
          <pc:docMk/>
          <pc:sldMk cId="1856060310" sldId="264"/>
        </pc:sldMkLst>
      </pc:sldChg>
      <pc:sldChg chg="del">
        <pc:chgData name="Abhilash Puthanveettil Madathil" userId="d8011305-fc6a-4624-9916-5f1faf71aa6c" providerId="ADAL" clId="{1CF0DC5F-F29C-432E-A277-E9A3FE179F45}" dt="2025-10-08T05:52:38.290" v="6" actId="47"/>
        <pc:sldMkLst>
          <pc:docMk/>
          <pc:sldMk cId="3914696877" sldId="265"/>
        </pc:sldMkLst>
      </pc:sldChg>
      <pc:sldChg chg="modSp mod">
        <pc:chgData name="Abhilash Puthanveettil Madathil" userId="d8011305-fc6a-4624-9916-5f1faf71aa6c" providerId="ADAL" clId="{1CF0DC5F-F29C-432E-A277-E9A3FE179F45}" dt="2025-10-08T12:01:57.149" v="257" actId="20577"/>
        <pc:sldMkLst>
          <pc:docMk/>
          <pc:sldMk cId="3516092615" sldId="5257"/>
        </pc:sldMkLst>
      </pc:sldChg>
      <pc:sldChg chg="addSp delSp modSp new mod">
        <pc:chgData name="Abhilash Puthanveettil Madathil" userId="d8011305-fc6a-4624-9916-5f1faf71aa6c" providerId="ADAL" clId="{1CF0DC5F-F29C-432E-A277-E9A3FE179F45}" dt="2025-10-08T11:57:47.983" v="180" actId="20577"/>
        <pc:sldMkLst>
          <pc:docMk/>
          <pc:sldMk cId="860097835" sldId="5258"/>
        </pc:sldMkLst>
      </pc:sldChg>
      <pc:sldChg chg="del">
        <pc:chgData name="Abhilash Puthanveettil Madathil" userId="d8011305-fc6a-4624-9916-5f1faf71aa6c" providerId="ADAL" clId="{1CF0DC5F-F29C-432E-A277-E9A3FE179F45}" dt="2025-10-08T05:52:38.290" v="6" actId="47"/>
        <pc:sldMkLst>
          <pc:docMk/>
          <pc:sldMk cId="1971422944" sldId="5258"/>
        </pc:sldMkLst>
      </pc:sldChg>
      <pc:sldChg chg="addSp delSp modSp new mod ord">
        <pc:chgData name="Abhilash Puthanveettil Madathil" userId="d8011305-fc6a-4624-9916-5f1faf71aa6c" providerId="ADAL" clId="{1CF0DC5F-F29C-432E-A277-E9A3FE179F45}" dt="2025-10-08T12:53:25.494" v="343" actId="14100"/>
        <pc:sldMkLst>
          <pc:docMk/>
          <pc:sldMk cId="794131681" sldId="5259"/>
        </pc:sldMkLst>
      </pc:sldChg>
      <pc:sldChg chg="del">
        <pc:chgData name="Abhilash Puthanveettil Madathil" userId="d8011305-fc6a-4624-9916-5f1faf71aa6c" providerId="ADAL" clId="{1CF0DC5F-F29C-432E-A277-E9A3FE179F45}" dt="2025-10-08T05:52:38.290" v="6" actId="47"/>
        <pc:sldMkLst>
          <pc:docMk/>
          <pc:sldMk cId="2522748638" sldId="5259"/>
        </pc:sldMkLst>
      </pc:sldChg>
      <pc:sldChg chg="addSp delSp modSp new del">
        <pc:chgData name="Abhilash Puthanveettil Madathil" userId="d8011305-fc6a-4624-9916-5f1faf71aa6c" providerId="ADAL" clId="{1CF0DC5F-F29C-432E-A277-E9A3FE179F45}" dt="2025-10-08T11:57:41.813" v="174" actId="47"/>
        <pc:sldMkLst>
          <pc:docMk/>
          <pc:sldMk cId="3971159294" sldId="5260"/>
        </pc:sldMkLst>
      </pc:sldChg>
      <pc:sldChg chg="addSp delSp modSp new del mod">
        <pc:chgData name="Abhilash Puthanveettil Madathil" userId="d8011305-fc6a-4624-9916-5f1faf71aa6c" providerId="ADAL" clId="{1CF0DC5F-F29C-432E-A277-E9A3FE179F45}" dt="2025-10-08T11:57:41.813" v="174" actId="47"/>
        <pc:sldMkLst>
          <pc:docMk/>
          <pc:sldMk cId="3530536004" sldId="5261"/>
        </pc:sldMkLst>
      </pc:sldChg>
      <pc:sldChg chg="del">
        <pc:chgData name="Abhilash Puthanveettil Madathil" userId="d8011305-fc6a-4624-9916-5f1faf71aa6c" providerId="ADAL" clId="{1CF0DC5F-F29C-432E-A277-E9A3FE179F45}" dt="2025-10-08T05:52:38.290" v="6" actId="47"/>
        <pc:sldMkLst>
          <pc:docMk/>
          <pc:sldMk cId="1372548709" sldId="5262"/>
        </pc:sldMkLst>
      </pc:sldChg>
      <pc:sldChg chg="new del">
        <pc:chgData name="Abhilash Puthanveettil Madathil" userId="d8011305-fc6a-4624-9916-5f1faf71aa6c" providerId="ADAL" clId="{1CF0DC5F-F29C-432E-A277-E9A3FE179F45}" dt="2025-10-09T05:43:12.563" v="399" actId="47"/>
        <pc:sldMkLst>
          <pc:docMk/>
          <pc:sldMk cId="1468482526" sldId="5262"/>
        </pc:sldMkLst>
      </pc:sldChg>
      <pc:sldChg chg="addSp delSp modSp new mod">
        <pc:chgData name="Abhilash Puthanveettil Madathil" userId="d8011305-fc6a-4624-9916-5f1faf71aa6c" providerId="ADAL" clId="{1CF0DC5F-F29C-432E-A277-E9A3FE179F45}" dt="2025-10-09T13:18:04.243" v="429" actId="27636"/>
        <pc:sldMkLst>
          <pc:docMk/>
          <pc:sldMk cId="2686361327" sldId="5263"/>
        </pc:sldMkLst>
      </pc:sldChg>
      <pc:sldChg chg="del">
        <pc:chgData name="Abhilash Puthanveettil Madathil" userId="d8011305-fc6a-4624-9916-5f1faf71aa6c" providerId="ADAL" clId="{1CF0DC5F-F29C-432E-A277-E9A3FE179F45}" dt="2025-10-08T05:52:38.290" v="6" actId="47"/>
        <pc:sldMkLst>
          <pc:docMk/>
          <pc:sldMk cId="3054143916" sldId="5263"/>
        </pc:sldMkLst>
      </pc:sldChg>
      <pc:sldChg chg="addSp modSp new mod">
        <pc:chgData name="Abhilash Puthanveettil Madathil" userId="d8011305-fc6a-4624-9916-5f1faf71aa6c" providerId="ADAL" clId="{1CF0DC5F-F29C-432E-A277-E9A3FE179F45}" dt="2025-10-09T13:18:44.056" v="431" actId="122"/>
        <pc:sldMkLst>
          <pc:docMk/>
          <pc:sldMk cId="3716122874" sldId="5264"/>
        </pc:sldMkLst>
      </pc:sldChg>
      <pc:sldChg chg="addSp delSp modSp new mod">
        <pc:chgData name="Abhilash Puthanveettil Madathil" userId="d8011305-fc6a-4624-9916-5f1faf71aa6c" providerId="ADAL" clId="{1CF0DC5F-F29C-432E-A277-E9A3FE179F45}" dt="2025-10-08T13:16:03.118" v="384" actId="1076"/>
        <pc:sldMkLst>
          <pc:docMk/>
          <pc:sldMk cId="291902924" sldId="5265"/>
        </pc:sldMkLst>
      </pc:sldChg>
      <pc:sldChg chg="del">
        <pc:chgData name="Abhilash Puthanveettil Madathil" userId="d8011305-fc6a-4624-9916-5f1faf71aa6c" providerId="ADAL" clId="{1CF0DC5F-F29C-432E-A277-E9A3FE179F45}" dt="2025-10-08T05:52:38.290" v="6" actId="47"/>
        <pc:sldMkLst>
          <pc:docMk/>
          <pc:sldMk cId="1748609358" sldId="5265"/>
        </pc:sldMkLst>
      </pc:sldChg>
      <pc:sldChg chg="del">
        <pc:chgData name="Abhilash Puthanveettil Madathil" userId="d8011305-fc6a-4624-9916-5f1faf71aa6c" providerId="ADAL" clId="{1CF0DC5F-F29C-432E-A277-E9A3FE179F45}" dt="2025-10-08T05:52:38.290" v="6" actId="47"/>
        <pc:sldMkLst>
          <pc:docMk/>
          <pc:sldMk cId="571200594" sldId="5266"/>
        </pc:sldMkLst>
      </pc:sldChg>
      <pc:sldChg chg="new del">
        <pc:chgData name="Abhilash Puthanveettil Madathil" userId="d8011305-fc6a-4624-9916-5f1faf71aa6c" providerId="ADAL" clId="{1CF0DC5F-F29C-432E-A277-E9A3FE179F45}" dt="2025-10-08T12:54:45.128" v="344" actId="47"/>
        <pc:sldMkLst>
          <pc:docMk/>
          <pc:sldMk cId="918634809" sldId="5266"/>
        </pc:sldMkLst>
      </pc:sldChg>
      <pc:sldChg chg="addSp delSp modSp new mod">
        <pc:chgData name="Abhilash Puthanveettil Madathil" userId="d8011305-fc6a-4624-9916-5f1faf71aa6c" providerId="ADAL" clId="{1CF0DC5F-F29C-432E-A277-E9A3FE179F45}" dt="2025-10-09T13:19:01.450" v="435" actId="14734"/>
        <pc:sldMkLst>
          <pc:docMk/>
          <pc:sldMk cId="3833948439" sldId="5266"/>
        </pc:sldMkLst>
      </pc:sldChg>
      <pc:sldChg chg="del">
        <pc:chgData name="Abhilash Puthanveettil Madathil" userId="d8011305-fc6a-4624-9916-5f1faf71aa6c" providerId="ADAL" clId="{1CF0DC5F-F29C-432E-A277-E9A3FE179F45}" dt="2025-10-08T05:52:38.290" v="6" actId="47"/>
        <pc:sldMkLst>
          <pc:docMk/>
          <pc:sldMk cId="4151821981" sldId="5267"/>
        </pc:sldMkLst>
      </pc:sldChg>
      <pc:sldChg chg="del">
        <pc:chgData name="Abhilash Puthanveettil Madathil" userId="d8011305-fc6a-4624-9916-5f1faf71aa6c" providerId="ADAL" clId="{1CF0DC5F-F29C-432E-A277-E9A3FE179F45}" dt="2025-10-08T05:52:38.290" v="6" actId="47"/>
        <pc:sldMkLst>
          <pc:docMk/>
          <pc:sldMk cId="3605360694" sldId="5268"/>
        </pc:sldMkLst>
      </pc:sldChg>
      <pc:sldChg chg="del">
        <pc:chgData name="Abhilash Puthanveettil Madathil" userId="d8011305-fc6a-4624-9916-5f1faf71aa6c" providerId="ADAL" clId="{1CF0DC5F-F29C-432E-A277-E9A3FE179F45}" dt="2025-10-08T05:52:38.290" v="6" actId="47"/>
        <pc:sldMkLst>
          <pc:docMk/>
          <pc:sldMk cId="837289321" sldId="5269"/>
        </pc:sldMkLst>
      </pc:sldChg>
      <pc:sldChg chg="del">
        <pc:chgData name="Abhilash Puthanveettil Madathil" userId="d8011305-fc6a-4624-9916-5f1faf71aa6c" providerId="ADAL" clId="{1CF0DC5F-F29C-432E-A277-E9A3FE179F45}" dt="2025-10-08T05:52:38.290" v="6" actId="47"/>
        <pc:sldMkLst>
          <pc:docMk/>
          <pc:sldMk cId="1488880828" sldId="5270"/>
        </pc:sldMkLst>
      </pc:sldChg>
      <pc:sldChg chg="del">
        <pc:chgData name="Abhilash Puthanveettil Madathil" userId="d8011305-fc6a-4624-9916-5f1faf71aa6c" providerId="ADAL" clId="{1CF0DC5F-F29C-432E-A277-E9A3FE179F45}" dt="2025-10-08T05:52:38.290" v="6" actId="47"/>
        <pc:sldMkLst>
          <pc:docMk/>
          <pc:sldMk cId="3546482377" sldId="5271"/>
        </pc:sldMkLst>
      </pc:sldChg>
      <pc:sldChg chg="del">
        <pc:chgData name="Abhilash Puthanveettil Madathil" userId="d8011305-fc6a-4624-9916-5f1faf71aa6c" providerId="ADAL" clId="{1CF0DC5F-F29C-432E-A277-E9A3FE179F45}" dt="2025-10-08T05:52:38.290" v="6" actId="47"/>
        <pc:sldMkLst>
          <pc:docMk/>
          <pc:sldMk cId="261364860" sldId="5272"/>
        </pc:sldMkLst>
      </pc:sldChg>
      <pc:sldChg chg="del">
        <pc:chgData name="Abhilash Puthanveettil Madathil" userId="d8011305-fc6a-4624-9916-5f1faf71aa6c" providerId="ADAL" clId="{1CF0DC5F-F29C-432E-A277-E9A3FE179F45}" dt="2025-10-08T05:52:38.290" v="6" actId="47"/>
        <pc:sldMkLst>
          <pc:docMk/>
          <pc:sldMk cId="1123711110" sldId="5273"/>
        </pc:sldMkLst>
      </pc:sldChg>
      <pc:sldMasterChg chg="delSldLayout">
        <pc:chgData name="Abhilash Puthanveettil Madathil" userId="d8011305-fc6a-4624-9916-5f1faf71aa6c" providerId="ADAL" clId="{1CF0DC5F-F29C-432E-A277-E9A3FE179F45}" dt="2025-10-08T05:52:38.290" v="6" actId="47"/>
        <pc:sldMasterMkLst>
          <pc:docMk/>
          <pc:sldMasterMk cId="2866590782" sldId="2147483680"/>
        </pc:sldMasterMkLst>
        <pc:sldLayoutChg chg="del">
          <pc:chgData name="Abhilash Puthanveettil Madathil" userId="d8011305-fc6a-4624-9916-5f1faf71aa6c" providerId="ADAL" clId="{1CF0DC5F-F29C-432E-A277-E9A3FE179F45}" dt="2025-10-08T05:52:38.290" v="6" actId="47"/>
          <pc:sldLayoutMkLst>
            <pc:docMk/>
            <pc:sldMasterMk cId="2866590782" sldId="2147483680"/>
            <pc:sldLayoutMk cId="1883375798" sldId="2147483696"/>
          </pc:sldLayoutMkLst>
        </pc:sldLayoutChg>
        <pc:sldLayoutChg chg="del">
          <pc:chgData name="Abhilash Puthanveettil Madathil" userId="d8011305-fc6a-4624-9916-5f1faf71aa6c" providerId="ADAL" clId="{1CF0DC5F-F29C-432E-A277-E9A3FE179F45}" dt="2025-10-08T05:52:38.290" v="6" actId="47"/>
          <pc:sldLayoutMkLst>
            <pc:docMk/>
            <pc:sldMasterMk cId="2866590782" sldId="2147483680"/>
            <pc:sldLayoutMk cId="3309552570" sldId="2147483697"/>
          </pc:sldLayoutMkLst>
        </pc:sldLayoutChg>
        <pc:sldLayoutChg chg="del">
          <pc:chgData name="Abhilash Puthanveettil Madathil" userId="d8011305-fc6a-4624-9916-5f1faf71aa6c" providerId="ADAL" clId="{1CF0DC5F-F29C-432E-A277-E9A3FE179F45}" dt="2025-10-08T05:52:38.290" v="6" actId="47"/>
          <pc:sldLayoutMkLst>
            <pc:docMk/>
            <pc:sldMasterMk cId="2866590782" sldId="2147483680"/>
            <pc:sldLayoutMk cId="2074754526" sldId="2147483698"/>
          </pc:sldLayoutMkLst>
        </pc:sldLayoutChg>
      </pc:sldMasterChg>
    </pc:docChg>
  </pc:docChgLst>
  <pc:docChgLst>
    <pc:chgData name="Abhilash Puthanveettil Madathil" userId="d8011305-fc6a-4624-9916-5f1faf71aa6c" providerId="ADAL" clId="{5CBF45CB-4E0E-477E-96C4-1153B12CF362}"/>
    <pc:docChg chg="undo custSel addSld delSld modSld sldOrd">
      <pc:chgData name="Abhilash Puthanveettil Madathil" userId="d8011305-fc6a-4624-9916-5f1faf71aa6c" providerId="ADAL" clId="{5CBF45CB-4E0E-477E-96C4-1153B12CF362}" dt="2025-09-12T13:55:07.270" v="1540" actId="20577"/>
      <pc:docMkLst>
        <pc:docMk/>
      </pc:docMkLst>
      <pc:sldChg chg="modSp mod">
        <pc:chgData name="Abhilash Puthanveettil Madathil" userId="d8011305-fc6a-4624-9916-5f1faf71aa6c" providerId="ADAL" clId="{5CBF45CB-4E0E-477E-96C4-1153B12CF362}" dt="2025-09-12T09:32:28.865" v="885" actId="20577"/>
        <pc:sldMkLst>
          <pc:docMk/>
          <pc:sldMk cId="1907673375" sldId="257"/>
        </pc:sldMkLst>
      </pc:sldChg>
      <pc:sldChg chg="delSp modSp add mod">
        <pc:chgData name="Abhilash Puthanveettil Madathil" userId="d8011305-fc6a-4624-9916-5f1faf71aa6c" providerId="ADAL" clId="{5CBF45CB-4E0E-477E-96C4-1153B12CF362}" dt="2025-09-12T09:26:40.851" v="829" actId="20577"/>
        <pc:sldMkLst>
          <pc:docMk/>
          <pc:sldMk cId="1235313199" sldId="258"/>
        </pc:sldMkLst>
      </pc:sldChg>
      <pc:sldChg chg="modSp add mod">
        <pc:chgData name="Abhilash Puthanveettil Madathil" userId="d8011305-fc6a-4624-9916-5f1faf71aa6c" providerId="ADAL" clId="{5CBF45CB-4E0E-477E-96C4-1153B12CF362}" dt="2025-09-12T09:08:04.096" v="640" actId="1076"/>
        <pc:sldMkLst>
          <pc:docMk/>
          <pc:sldMk cId="802379716" sldId="259"/>
        </pc:sldMkLst>
      </pc:sldChg>
      <pc:sldChg chg="delSp add mod">
        <pc:chgData name="Abhilash Puthanveettil Madathil" userId="d8011305-fc6a-4624-9916-5f1faf71aa6c" providerId="ADAL" clId="{5CBF45CB-4E0E-477E-96C4-1153B12CF362}" dt="2025-09-12T08:54:16.582" v="572" actId="478"/>
        <pc:sldMkLst>
          <pc:docMk/>
          <pc:sldMk cId="367599848" sldId="260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2843819804" sldId="262"/>
        </pc:sldMkLst>
      </pc:sldChg>
      <pc:sldChg chg="modSp add mod">
        <pc:chgData name="Abhilash Puthanveettil Madathil" userId="d8011305-fc6a-4624-9916-5f1faf71aa6c" providerId="ADAL" clId="{5CBF45CB-4E0E-477E-96C4-1153B12CF362}" dt="2025-09-12T09:07:28.015" v="631" actId="113"/>
        <pc:sldMkLst>
          <pc:docMk/>
          <pc:sldMk cId="3946753422" sldId="262"/>
        </pc:sldMkLst>
      </pc:sldChg>
      <pc:sldChg chg="add">
        <pc:chgData name="Abhilash Puthanveettil Madathil" userId="d8011305-fc6a-4624-9916-5f1faf71aa6c" providerId="ADAL" clId="{5CBF45CB-4E0E-477E-96C4-1153B12CF362}" dt="2025-09-12T08:45:43.907" v="504"/>
        <pc:sldMkLst>
          <pc:docMk/>
          <pc:sldMk cId="3558507941" sldId="263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3983546814" sldId="263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39235005" sldId="264"/>
        </pc:sldMkLst>
      </pc:sldChg>
      <pc:sldChg chg="addSp modSp add mod">
        <pc:chgData name="Abhilash Puthanveettil Madathil" userId="d8011305-fc6a-4624-9916-5f1faf71aa6c" providerId="ADAL" clId="{5CBF45CB-4E0E-477E-96C4-1153B12CF362}" dt="2025-09-12T09:35:38.198" v="994" actId="1076"/>
        <pc:sldMkLst>
          <pc:docMk/>
          <pc:sldMk cId="1501806569" sldId="264"/>
        </pc:sldMkLst>
      </pc:sldChg>
      <pc:sldChg chg="addSp delSp modSp add mod">
        <pc:chgData name="Abhilash Puthanveettil Madathil" userId="d8011305-fc6a-4624-9916-5f1faf71aa6c" providerId="ADAL" clId="{5CBF45CB-4E0E-477E-96C4-1153B12CF362}" dt="2025-09-12T09:28:55.635" v="870" actId="1076"/>
        <pc:sldMkLst>
          <pc:docMk/>
          <pc:sldMk cId="4155161756" sldId="265"/>
        </pc:sldMkLst>
      </pc:sldChg>
      <pc:sldChg chg="modSp add del mod">
        <pc:chgData name="Abhilash Puthanveettil Madathil" userId="d8011305-fc6a-4624-9916-5f1faf71aa6c" providerId="ADAL" clId="{5CBF45CB-4E0E-477E-96C4-1153B12CF362}" dt="2025-09-12T09:26:21.698" v="825" actId="47"/>
        <pc:sldMkLst>
          <pc:docMk/>
          <pc:sldMk cId="2573085398" sldId="266"/>
        </pc:sldMkLst>
      </pc:sldChg>
      <pc:sldChg chg="add del">
        <pc:chgData name="Abhilash Puthanveettil Madathil" userId="d8011305-fc6a-4624-9916-5f1faf71aa6c" providerId="ADAL" clId="{5CBF45CB-4E0E-477E-96C4-1153B12CF362}" dt="2025-09-12T09:26:21.698" v="825" actId="47"/>
        <pc:sldMkLst>
          <pc:docMk/>
          <pc:sldMk cId="4195532272" sldId="267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3488900210" sldId="5247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710305279" sldId="5248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309449199" sldId="5250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2770934003" sldId="5251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3216463083" sldId="5254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2994739329" sldId="5255"/>
        </pc:sldMkLst>
      </pc:sldChg>
      <pc:sldChg chg="modSp mod">
        <pc:chgData name="Abhilash Puthanveettil Madathil" userId="d8011305-fc6a-4624-9916-5f1faf71aa6c" providerId="ADAL" clId="{5CBF45CB-4E0E-477E-96C4-1153B12CF362}" dt="2025-09-12T13:55:07.270" v="1540" actId="20577"/>
        <pc:sldMkLst>
          <pc:docMk/>
          <pc:sldMk cId="3516092615" sldId="5257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3678424862" sldId="5258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4009837664" sldId="5259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2450018730" sldId="5260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2375682626" sldId="5261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1690692097" sldId="5262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897571022" sldId="5263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30811195" sldId="5264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3385321015" sldId="5265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1663525828" sldId="5266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2017152809" sldId="5267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3503091294" sldId="5268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2400111494" sldId="5269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1073244060" sldId="5270"/>
        </pc:sldMkLst>
      </pc:sldChg>
      <pc:sldChg chg="addSp modSp mod modAnim">
        <pc:chgData name="Abhilash Puthanveettil Madathil" userId="d8011305-fc6a-4624-9916-5f1faf71aa6c" providerId="ADAL" clId="{5CBF45CB-4E0E-477E-96C4-1153B12CF362}" dt="2025-09-12T09:44:28.122" v="1028"/>
        <pc:sldMkLst>
          <pc:docMk/>
          <pc:sldMk cId="200159108" sldId="5274"/>
        </pc:sldMkLst>
      </pc:sldChg>
      <pc:sldChg chg="addSp modSp mod modAnim">
        <pc:chgData name="Abhilash Puthanveettil Madathil" userId="d8011305-fc6a-4624-9916-5f1faf71aa6c" providerId="ADAL" clId="{5CBF45CB-4E0E-477E-96C4-1153B12CF362}" dt="2025-09-12T09:37:56.097" v="1001"/>
        <pc:sldMkLst>
          <pc:docMk/>
          <pc:sldMk cId="3465983915" sldId="5275"/>
        </pc:sldMkLst>
      </pc:sldChg>
      <pc:sldChg chg="addSp modSp mod modAnim">
        <pc:chgData name="Abhilash Puthanveettil Madathil" userId="d8011305-fc6a-4624-9916-5f1faf71aa6c" providerId="ADAL" clId="{5CBF45CB-4E0E-477E-96C4-1153B12CF362}" dt="2025-09-12T09:39:14.465" v="1007"/>
        <pc:sldMkLst>
          <pc:docMk/>
          <pc:sldMk cId="44286736" sldId="5276"/>
        </pc:sldMkLst>
      </pc:sldChg>
      <pc:sldChg chg="addSp modSp mod modAnim">
        <pc:chgData name="Abhilash Puthanveettil Madathil" userId="d8011305-fc6a-4624-9916-5f1faf71aa6c" providerId="ADAL" clId="{5CBF45CB-4E0E-477E-96C4-1153B12CF362}" dt="2025-09-12T09:41:49.316" v="1015"/>
        <pc:sldMkLst>
          <pc:docMk/>
          <pc:sldMk cId="1285627370" sldId="5277"/>
        </pc:sldMkLst>
      </pc:sldChg>
      <pc:sldChg chg="addSp modSp mod modAnim">
        <pc:chgData name="Abhilash Puthanveettil Madathil" userId="d8011305-fc6a-4624-9916-5f1faf71aa6c" providerId="ADAL" clId="{5CBF45CB-4E0E-477E-96C4-1153B12CF362}" dt="2025-09-12T09:44:01.610" v="1023"/>
        <pc:sldMkLst>
          <pc:docMk/>
          <pc:sldMk cId="3919837406" sldId="5278"/>
        </pc:sldMkLst>
      </pc:sldChg>
      <pc:sldChg chg="new del">
        <pc:chgData name="Abhilash Puthanveettil Madathil" userId="d8011305-fc6a-4624-9916-5f1faf71aa6c" providerId="ADAL" clId="{5CBF45CB-4E0E-477E-96C4-1153B12CF362}" dt="2025-09-11T08:01:27.146" v="4" actId="47"/>
        <pc:sldMkLst>
          <pc:docMk/>
          <pc:sldMk cId="1247924721" sldId="5279"/>
        </pc:sldMkLst>
      </pc:sldChg>
      <pc:sldChg chg="addSp delSp modSp add mod modAnim">
        <pc:chgData name="Abhilash Puthanveettil Madathil" userId="d8011305-fc6a-4624-9916-5f1faf71aa6c" providerId="ADAL" clId="{5CBF45CB-4E0E-477E-96C4-1153B12CF362}" dt="2025-09-12T10:11:32.539" v="1539" actId="313"/>
        <pc:sldMkLst>
          <pc:docMk/>
          <pc:sldMk cId="1282305084" sldId="5280"/>
        </pc:sldMkLst>
      </pc:sldChg>
      <pc:sldChg chg="addSp delSp modSp add mod">
        <pc:chgData name="Abhilash Puthanveettil Madathil" userId="d8011305-fc6a-4624-9916-5f1faf71aa6c" providerId="ADAL" clId="{5CBF45CB-4E0E-477E-96C4-1153B12CF362}" dt="2025-09-11T11:40:56.119" v="501" actId="1076"/>
        <pc:sldMkLst>
          <pc:docMk/>
          <pc:sldMk cId="114895107" sldId="5281"/>
        </pc:sldMkLst>
      </pc:sldChg>
      <pc:sldChg chg="addSp delSp modSp add del mod">
        <pc:chgData name="Abhilash Puthanveettil Madathil" userId="d8011305-fc6a-4624-9916-5f1faf71aa6c" providerId="ADAL" clId="{5CBF45CB-4E0E-477E-96C4-1153B12CF362}" dt="2025-09-12T08:54:13.444" v="571" actId="47"/>
        <pc:sldMkLst>
          <pc:docMk/>
          <pc:sldMk cId="466345368" sldId="5282"/>
        </pc:sldMkLst>
      </pc:sldChg>
      <pc:sldChg chg="addSp delSp modSp new mod">
        <pc:chgData name="Abhilash Puthanveettil Madathil" userId="d8011305-fc6a-4624-9916-5f1faf71aa6c" providerId="ADAL" clId="{5CBF45CB-4E0E-477E-96C4-1153B12CF362}" dt="2025-09-12T09:31:48.109" v="871" actId="108"/>
        <pc:sldMkLst>
          <pc:docMk/>
          <pc:sldMk cId="3296916716" sldId="5283"/>
        </pc:sldMkLst>
      </pc:sldChg>
      <pc:sldChg chg="addSp delSp modSp add mod ord modAnim">
        <pc:chgData name="Abhilash Puthanveettil Madathil" userId="d8011305-fc6a-4624-9916-5f1faf71aa6c" providerId="ADAL" clId="{5CBF45CB-4E0E-477E-96C4-1153B12CF362}" dt="2025-09-12T09:11:40.892" v="742" actId="20577"/>
        <pc:sldMkLst>
          <pc:docMk/>
          <pc:sldMk cId="3278409490" sldId="5284"/>
        </pc:sldMkLst>
      </pc:sldChg>
      <pc:sldChg chg="modSp add mod">
        <pc:chgData name="Abhilash Puthanveettil Madathil" userId="d8011305-fc6a-4624-9916-5f1faf71aa6c" providerId="ADAL" clId="{5CBF45CB-4E0E-477E-96C4-1153B12CF362}" dt="2025-09-12T09:06:12.232" v="587" actId="2710"/>
        <pc:sldMkLst>
          <pc:docMk/>
          <pc:sldMk cId="1180591358" sldId="5285"/>
        </pc:sldMkLst>
      </pc:sldChg>
      <pc:sldChg chg="addSp delSp modSp new mod">
        <pc:chgData name="Abhilash Puthanveettil Madathil" userId="d8011305-fc6a-4624-9916-5f1faf71aa6c" providerId="ADAL" clId="{5CBF45CB-4E0E-477E-96C4-1153B12CF362}" dt="2025-09-12T09:49:40.463" v="1163" actId="1076"/>
        <pc:sldMkLst>
          <pc:docMk/>
          <pc:sldMk cId="3712259471" sldId="5286"/>
        </pc:sldMkLst>
      </pc:sldChg>
      <pc:sldMasterChg chg="delSldLayout">
        <pc:chgData name="Abhilash Puthanveettil Madathil" userId="d8011305-fc6a-4624-9916-5f1faf71aa6c" providerId="ADAL" clId="{5CBF45CB-4E0E-477E-96C4-1153B12CF362}" dt="2025-09-11T08:12:02.012" v="156" actId="47"/>
        <pc:sldMasterMkLst>
          <pc:docMk/>
          <pc:sldMasterMk cId="2866590782" sldId="2147483680"/>
        </pc:sldMasterMkLst>
        <pc:sldLayoutChg chg="del">
          <pc:chgData name="Abhilash Puthanveettil Madathil" userId="d8011305-fc6a-4624-9916-5f1faf71aa6c" providerId="ADAL" clId="{5CBF45CB-4E0E-477E-96C4-1153B12CF362}" dt="2025-09-11T08:12:02.012" v="156" actId="47"/>
          <pc:sldLayoutMkLst>
            <pc:docMk/>
            <pc:sldMasterMk cId="2866590782" sldId="2147483680"/>
            <pc:sldLayoutMk cId="908172764" sldId="2147483697"/>
          </pc:sldLayoutMkLst>
        </pc:sldLayoutChg>
      </pc:sldMasterChg>
    </pc:docChg>
  </pc:docChgLst>
  <pc:docChgLst>
    <pc:chgData name="Abhilash Puthanveettil Madathil" userId="d8011305-fc6a-4624-9916-5f1faf71aa6c" providerId="ADAL" clId="{24B81A1C-B6C0-4337-9379-9E6B49D58557}"/>
    <pc:docChg chg="undo custSel addSld delSld modSld sldOrd">
      <pc:chgData name="Abhilash Puthanveettil Madathil" userId="d8011305-fc6a-4624-9916-5f1faf71aa6c" providerId="ADAL" clId="{24B81A1C-B6C0-4337-9379-9E6B49D58557}" dt="2025-09-05T11:08:58.478" v="1479" actId="1076"/>
      <pc:docMkLst>
        <pc:docMk/>
      </pc:docMkLst>
      <pc:sldChg chg="del">
        <pc:chgData name="Abhilash Puthanveettil Madathil" userId="d8011305-fc6a-4624-9916-5f1faf71aa6c" providerId="ADAL" clId="{24B81A1C-B6C0-4337-9379-9E6B49D58557}" dt="2025-09-03T13:44:04.399" v="0" actId="47"/>
        <pc:sldMkLst>
          <pc:docMk/>
          <pc:sldMk cId="2749156522" sldId="259"/>
        </pc:sldMkLst>
      </pc:sldChg>
      <pc:sldChg chg="del">
        <pc:chgData name="Abhilash Puthanveettil Madathil" userId="d8011305-fc6a-4624-9916-5f1faf71aa6c" providerId="ADAL" clId="{24B81A1C-B6C0-4337-9379-9E6B49D58557}" dt="2025-09-03T13:44:04.399" v="0" actId="47"/>
        <pc:sldMkLst>
          <pc:docMk/>
          <pc:sldMk cId="830544612" sldId="5238"/>
        </pc:sldMkLst>
      </pc:sldChg>
      <pc:sldChg chg="del">
        <pc:chgData name="Abhilash Puthanveettil Madathil" userId="d8011305-fc6a-4624-9916-5f1faf71aa6c" providerId="ADAL" clId="{24B81A1C-B6C0-4337-9379-9E6B49D58557}" dt="2025-09-03T13:44:04.399" v="0" actId="47"/>
        <pc:sldMkLst>
          <pc:docMk/>
          <pc:sldMk cId="24211103" sldId="5239"/>
        </pc:sldMkLst>
      </pc:sldChg>
      <pc:sldChg chg="del">
        <pc:chgData name="Abhilash Puthanveettil Madathil" userId="d8011305-fc6a-4624-9916-5f1faf71aa6c" providerId="ADAL" clId="{24B81A1C-B6C0-4337-9379-9E6B49D58557}" dt="2025-09-03T13:44:04.399" v="0" actId="47"/>
        <pc:sldMkLst>
          <pc:docMk/>
          <pc:sldMk cId="424486533" sldId="5240"/>
        </pc:sldMkLst>
      </pc:sldChg>
      <pc:sldChg chg="del">
        <pc:chgData name="Abhilash Puthanveettil Madathil" userId="d8011305-fc6a-4624-9916-5f1faf71aa6c" providerId="ADAL" clId="{24B81A1C-B6C0-4337-9379-9E6B49D58557}" dt="2025-09-03T13:44:04.399" v="0" actId="47"/>
        <pc:sldMkLst>
          <pc:docMk/>
          <pc:sldMk cId="1888016838" sldId="5241"/>
        </pc:sldMkLst>
      </pc:sldChg>
      <pc:sldChg chg="del">
        <pc:chgData name="Abhilash Puthanveettil Madathil" userId="d8011305-fc6a-4624-9916-5f1faf71aa6c" providerId="ADAL" clId="{24B81A1C-B6C0-4337-9379-9E6B49D58557}" dt="2025-09-03T13:44:04.399" v="0" actId="47"/>
        <pc:sldMkLst>
          <pc:docMk/>
          <pc:sldMk cId="1985867615" sldId="5242"/>
        </pc:sldMkLst>
      </pc:sldChg>
      <pc:sldChg chg="del">
        <pc:chgData name="Abhilash Puthanveettil Madathil" userId="d8011305-fc6a-4624-9916-5f1faf71aa6c" providerId="ADAL" clId="{24B81A1C-B6C0-4337-9379-9E6B49D58557}" dt="2025-09-03T13:44:04.399" v="0" actId="47"/>
        <pc:sldMkLst>
          <pc:docMk/>
          <pc:sldMk cId="1040671412" sldId="5243"/>
        </pc:sldMkLst>
      </pc:sldChg>
      <pc:sldChg chg="del">
        <pc:chgData name="Abhilash Puthanveettil Madathil" userId="d8011305-fc6a-4624-9916-5f1faf71aa6c" providerId="ADAL" clId="{24B81A1C-B6C0-4337-9379-9E6B49D58557}" dt="2025-09-03T13:44:04.399" v="0" actId="47"/>
        <pc:sldMkLst>
          <pc:docMk/>
          <pc:sldMk cId="872343653" sldId="5244"/>
        </pc:sldMkLst>
      </pc:sldChg>
      <pc:sldChg chg="del">
        <pc:chgData name="Abhilash Puthanveettil Madathil" userId="d8011305-fc6a-4624-9916-5f1faf71aa6c" providerId="ADAL" clId="{24B81A1C-B6C0-4337-9379-9E6B49D58557}" dt="2025-09-03T13:44:04.399" v="0" actId="47"/>
        <pc:sldMkLst>
          <pc:docMk/>
          <pc:sldMk cId="3093455659" sldId="5246"/>
        </pc:sldMkLst>
      </pc:sldChg>
      <pc:sldChg chg="del">
        <pc:chgData name="Abhilash Puthanveettil Madathil" userId="d8011305-fc6a-4624-9916-5f1faf71aa6c" providerId="ADAL" clId="{24B81A1C-B6C0-4337-9379-9E6B49D58557}" dt="2025-09-03T13:44:04.399" v="0" actId="47"/>
        <pc:sldMkLst>
          <pc:docMk/>
          <pc:sldMk cId="1364485425" sldId="5249"/>
        </pc:sldMkLst>
      </pc:sldChg>
      <pc:sldChg chg="del">
        <pc:chgData name="Abhilash Puthanveettil Madathil" userId="d8011305-fc6a-4624-9916-5f1faf71aa6c" providerId="ADAL" clId="{24B81A1C-B6C0-4337-9379-9E6B49D58557}" dt="2025-09-03T13:44:04.399" v="0" actId="47"/>
        <pc:sldMkLst>
          <pc:docMk/>
          <pc:sldMk cId="3833758513" sldId="5252"/>
        </pc:sldMkLst>
      </pc:sldChg>
      <pc:sldChg chg="del">
        <pc:chgData name="Abhilash Puthanveettil Madathil" userId="d8011305-fc6a-4624-9916-5f1faf71aa6c" providerId="ADAL" clId="{24B81A1C-B6C0-4337-9379-9E6B49D58557}" dt="2025-09-03T13:44:04.399" v="0" actId="47"/>
        <pc:sldMkLst>
          <pc:docMk/>
          <pc:sldMk cId="470072454" sldId="5256"/>
        </pc:sldMkLst>
      </pc:sldChg>
      <pc:sldChg chg="new del ord">
        <pc:chgData name="Abhilash Puthanveettil Madathil" userId="d8011305-fc6a-4624-9916-5f1faf71aa6c" providerId="ADAL" clId="{24B81A1C-B6C0-4337-9379-9E6B49D58557}" dt="2025-09-03T13:44:15.827" v="5" actId="2696"/>
        <pc:sldMkLst>
          <pc:docMk/>
          <pc:sldMk cId="1258510351" sldId="5256"/>
        </pc:sldMkLst>
      </pc:sldChg>
      <pc:sldChg chg="del">
        <pc:chgData name="Abhilash Puthanveettil Madathil" userId="d8011305-fc6a-4624-9916-5f1faf71aa6c" providerId="ADAL" clId="{24B81A1C-B6C0-4337-9379-9E6B49D58557}" dt="2025-09-03T13:44:04.399" v="0" actId="47"/>
        <pc:sldMkLst>
          <pc:docMk/>
          <pc:sldMk cId="966834390" sldId="5257"/>
        </pc:sldMkLst>
      </pc:sldChg>
      <pc:sldChg chg="modSp new mod ord">
        <pc:chgData name="Abhilash Puthanveettil Madathil" userId="d8011305-fc6a-4624-9916-5f1faf71aa6c" providerId="ADAL" clId="{24B81A1C-B6C0-4337-9379-9E6B49D58557}" dt="2025-09-05T06:47:01.805" v="432" actId="20577"/>
        <pc:sldMkLst>
          <pc:docMk/>
          <pc:sldMk cId="3516092615" sldId="5257"/>
        </pc:sldMkLst>
      </pc:sldChg>
      <pc:sldChg chg="addSp modSp new mod">
        <pc:chgData name="Abhilash Puthanveettil Madathil" userId="d8011305-fc6a-4624-9916-5f1faf71aa6c" providerId="ADAL" clId="{24B81A1C-B6C0-4337-9379-9E6B49D58557}" dt="2025-09-05T06:52:50.391" v="589" actId="20577"/>
        <pc:sldMkLst>
          <pc:docMk/>
          <pc:sldMk cId="30811195" sldId="5264"/>
        </pc:sldMkLst>
      </pc:sldChg>
      <pc:sldChg chg="addSp delSp modSp add mod">
        <pc:chgData name="Abhilash Puthanveettil Madathil" userId="d8011305-fc6a-4624-9916-5f1faf71aa6c" providerId="ADAL" clId="{24B81A1C-B6C0-4337-9379-9E6B49D58557}" dt="2025-09-05T08:47:45.629" v="835"/>
        <pc:sldMkLst>
          <pc:docMk/>
          <pc:sldMk cId="3385321015" sldId="5265"/>
        </pc:sldMkLst>
      </pc:sldChg>
      <pc:sldChg chg="addSp delSp modSp add mod">
        <pc:chgData name="Abhilash Puthanveettil Madathil" userId="d8011305-fc6a-4624-9916-5f1faf71aa6c" providerId="ADAL" clId="{24B81A1C-B6C0-4337-9379-9E6B49D58557}" dt="2025-09-05T08:47:33.247" v="831" actId="20577"/>
        <pc:sldMkLst>
          <pc:docMk/>
          <pc:sldMk cId="1663525828" sldId="5266"/>
        </pc:sldMkLst>
      </pc:sldChg>
      <pc:sldChg chg="addSp delSp modSp add mod">
        <pc:chgData name="Abhilash Puthanveettil Madathil" userId="d8011305-fc6a-4624-9916-5f1faf71aa6c" providerId="ADAL" clId="{24B81A1C-B6C0-4337-9379-9E6B49D58557}" dt="2025-09-05T08:47:41.252" v="833"/>
        <pc:sldMkLst>
          <pc:docMk/>
          <pc:sldMk cId="2017152809" sldId="5267"/>
        </pc:sldMkLst>
      </pc:sldChg>
      <pc:sldChg chg="addSp delSp modSp add mod">
        <pc:chgData name="Abhilash Puthanveettil Madathil" userId="d8011305-fc6a-4624-9916-5f1faf71aa6c" providerId="ADAL" clId="{24B81A1C-B6C0-4337-9379-9E6B49D58557}" dt="2025-09-05T08:47:49.363" v="837"/>
        <pc:sldMkLst>
          <pc:docMk/>
          <pc:sldMk cId="3503091294" sldId="5268"/>
        </pc:sldMkLst>
      </pc:sldChg>
      <pc:sldChg chg="addSp delSp modSp add mod">
        <pc:chgData name="Abhilash Puthanveettil Madathil" userId="d8011305-fc6a-4624-9916-5f1faf71aa6c" providerId="ADAL" clId="{24B81A1C-B6C0-4337-9379-9E6B49D58557}" dt="2025-09-05T08:48:03.429" v="840" actId="108"/>
        <pc:sldMkLst>
          <pc:docMk/>
          <pc:sldMk cId="2400111494" sldId="5269"/>
        </pc:sldMkLst>
      </pc:sldChg>
      <pc:sldChg chg="addSp delSp modSp add mod">
        <pc:chgData name="Abhilash Puthanveettil Madathil" userId="d8011305-fc6a-4624-9916-5f1faf71aa6c" providerId="ADAL" clId="{24B81A1C-B6C0-4337-9379-9E6B49D58557}" dt="2025-09-05T08:48:55.324" v="848" actId="1076"/>
        <pc:sldMkLst>
          <pc:docMk/>
          <pc:sldMk cId="1073244060" sldId="5270"/>
        </pc:sldMkLst>
      </pc:sldChg>
      <pc:sldChg chg="new del">
        <pc:chgData name="Abhilash Puthanveettil Madathil" userId="d8011305-fc6a-4624-9916-5f1faf71aa6c" providerId="ADAL" clId="{24B81A1C-B6C0-4337-9379-9E6B49D58557}" dt="2025-09-05T10:19:32.354" v="924" actId="47"/>
        <pc:sldMkLst>
          <pc:docMk/>
          <pc:sldMk cId="3176681252" sldId="5271"/>
        </pc:sldMkLst>
      </pc:sldChg>
      <pc:sldChg chg="addSp delSp modSp add del mod">
        <pc:chgData name="Abhilash Puthanveettil Madathil" userId="d8011305-fc6a-4624-9916-5f1faf71aa6c" providerId="ADAL" clId="{24B81A1C-B6C0-4337-9379-9E6B49D58557}" dt="2025-09-05T10:31:43.968" v="1140" actId="47"/>
        <pc:sldMkLst>
          <pc:docMk/>
          <pc:sldMk cId="3091476292" sldId="5272"/>
        </pc:sldMkLst>
      </pc:sldChg>
      <pc:sldChg chg="addSp modSp add mod">
        <pc:chgData name="Abhilash Puthanveettil Madathil" userId="d8011305-fc6a-4624-9916-5f1faf71aa6c" providerId="ADAL" clId="{24B81A1C-B6C0-4337-9379-9E6B49D58557}" dt="2025-09-05T11:08:58.478" v="1479" actId="1076"/>
        <pc:sldMkLst>
          <pc:docMk/>
          <pc:sldMk cId="1961750020" sldId="5273"/>
        </pc:sldMkLst>
      </pc:sldChg>
      <pc:sldChg chg="addSp delSp modSp new mod">
        <pc:chgData name="Abhilash Puthanveettil Madathil" userId="d8011305-fc6a-4624-9916-5f1faf71aa6c" providerId="ADAL" clId="{24B81A1C-B6C0-4337-9379-9E6B49D58557}" dt="2025-09-05T11:07:38.050" v="1474" actId="58"/>
        <pc:sldMkLst>
          <pc:docMk/>
          <pc:sldMk cId="200159108" sldId="5274"/>
        </pc:sldMkLst>
      </pc:sldChg>
      <pc:sldChg chg="addSp delSp modSp new mod">
        <pc:chgData name="Abhilash Puthanveettil Madathil" userId="d8011305-fc6a-4624-9916-5f1faf71aa6c" providerId="ADAL" clId="{24B81A1C-B6C0-4337-9379-9E6B49D58557}" dt="2025-09-05T11:05:40.590" v="1445" actId="208"/>
        <pc:sldMkLst>
          <pc:docMk/>
          <pc:sldMk cId="3465983915" sldId="5275"/>
        </pc:sldMkLst>
      </pc:sldChg>
      <pc:sldChg chg="addSp delSp modSp add mod">
        <pc:chgData name="Abhilash Puthanveettil Madathil" userId="d8011305-fc6a-4624-9916-5f1faf71aa6c" providerId="ADAL" clId="{24B81A1C-B6C0-4337-9379-9E6B49D58557}" dt="2025-09-05T11:05:59.152" v="1452" actId="1076"/>
        <pc:sldMkLst>
          <pc:docMk/>
          <pc:sldMk cId="44286736" sldId="5276"/>
        </pc:sldMkLst>
      </pc:sldChg>
      <pc:sldChg chg="addSp delSp modSp add mod">
        <pc:chgData name="Abhilash Puthanveettil Madathil" userId="d8011305-fc6a-4624-9916-5f1faf71aa6c" providerId="ADAL" clId="{24B81A1C-B6C0-4337-9379-9E6B49D58557}" dt="2025-09-05T11:06:20.589" v="1460" actId="1076"/>
        <pc:sldMkLst>
          <pc:docMk/>
          <pc:sldMk cId="1285627370" sldId="5277"/>
        </pc:sldMkLst>
      </pc:sldChg>
      <pc:sldChg chg="addSp delSp modSp add mod">
        <pc:chgData name="Abhilash Puthanveettil Madathil" userId="d8011305-fc6a-4624-9916-5f1faf71aa6c" providerId="ADAL" clId="{24B81A1C-B6C0-4337-9379-9E6B49D58557}" dt="2025-09-05T11:06:52.331" v="1468" actId="688"/>
        <pc:sldMkLst>
          <pc:docMk/>
          <pc:sldMk cId="3919837406" sldId="5278"/>
        </pc:sldMkLst>
      </pc:sldChg>
      <pc:sldChg chg="add del">
        <pc:chgData name="Abhilash Puthanveettil Madathil" userId="d8011305-fc6a-4624-9916-5f1faf71aa6c" providerId="ADAL" clId="{24B81A1C-B6C0-4337-9379-9E6B49D58557}" dt="2025-09-05T11:02:01.091" v="1393"/>
        <pc:sldMkLst>
          <pc:docMk/>
          <pc:sldMk cId="495947576" sldId="5279"/>
        </pc:sldMkLst>
      </pc:sldChg>
    </pc:docChg>
  </pc:docChgLst>
  <pc:docChgLst>
    <pc:chgData name="Abhilash Puthanveettil Madathil" userId="d8011305-fc6a-4624-9916-5f1faf71aa6c" providerId="ADAL" clId="{D4FE746B-4AC5-48DC-84D8-DFC636C03C9C}"/>
    <pc:docChg chg="custSel addSld modSld">
      <pc:chgData name="Abhilash Puthanveettil Madathil" userId="d8011305-fc6a-4624-9916-5f1faf71aa6c" providerId="ADAL" clId="{D4FE746B-4AC5-48DC-84D8-DFC636C03C9C}" dt="2025-10-10T14:05:02.368" v="411" actId="20577"/>
      <pc:docMkLst>
        <pc:docMk/>
      </pc:docMkLst>
      <pc:sldChg chg="modSp mod">
        <pc:chgData name="Abhilash Puthanveettil Madathil" userId="d8011305-fc6a-4624-9916-5f1faf71aa6c" providerId="ADAL" clId="{D4FE746B-4AC5-48DC-84D8-DFC636C03C9C}" dt="2025-10-10T14:00:54.797" v="353" actId="20577"/>
        <pc:sldMkLst>
          <pc:docMk/>
          <pc:sldMk cId="3516092615" sldId="5257"/>
        </pc:sldMkLst>
      </pc:sldChg>
      <pc:sldChg chg="modSp mod">
        <pc:chgData name="Abhilash Puthanveettil Madathil" userId="d8011305-fc6a-4624-9916-5f1faf71aa6c" providerId="ADAL" clId="{D4FE746B-4AC5-48DC-84D8-DFC636C03C9C}" dt="2025-10-09T14:41:05.519" v="17" actId="14100"/>
        <pc:sldMkLst>
          <pc:docMk/>
          <pc:sldMk cId="794131681" sldId="5259"/>
        </pc:sldMkLst>
      </pc:sldChg>
      <pc:sldChg chg="addSp delSp modSp new mod modAnim">
        <pc:chgData name="Abhilash Puthanveettil Madathil" userId="d8011305-fc6a-4624-9916-5f1faf71aa6c" providerId="ADAL" clId="{D4FE746B-4AC5-48DC-84D8-DFC636C03C9C}" dt="2025-10-10T10:40:31.422" v="304"/>
        <pc:sldMkLst>
          <pc:docMk/>
          <pc:sldMk cId="1326469660" sldId="5267"/>
        </pc:sldMkLst>
      </pc:sldChg>
      <pc:sldChg chg="addSp delSp modSp new mod">
        <pc:chgData name="Abhilash Puthanveettil Madathil" userId="d8011305-fc6a-4624-9916-5f1faf71aa6c" providerId="ADAL" clId="{D4FE746B-4AC5-48DC-84D8-DFC636C03C9C}" dt="2025-10-10T14:05:02.368" v="411" actId="20577"/>
        <pc:sldMkLst>
          <pc:docMk/>
          <pc:sldMk cId="69993912" sldId="5268"/>
        </pc:sldMkLst>
      </pc:sldChg>
    </pc:docChg>
  </pc:docChgLst>
  <pc:docChgLst>
    <pc:chgData name="Abhilash Puthanveettil Madathil" userId="d8011305-fc6a-4624-9916-5f1faf71aa6c" providerId="ADAL" clId="{37D6176F-80B2-4EF5-B286-45320985E911}"/>
    <pc:docChg chg="delSld modSld">
      <pc:chgData name="Abhilash Puthanveettil Madathil" userId="d8011305-fc6a-4624-9916-5f1faf71aa6c" providerId="ADAL" clId="{37D6176F-80B2-4EF5-B286-45320985E911}" dt="2025-11-10T10:44:28.196" v="32" actId="20577"/>
      <pc:docMkLst>
        <pc:docMk/>
      </pc:docMkLst>
      <pc:sldChg chg="modSp mod">
        <pc:chgData name="Abhilash Puthanveettil Madathil" userId="d8011305-fc6a-4624-9916-5f1faf71aa6c" providerId="ADAL" clId="{37D6176F-80B2-4EF5-B286-45320985E911}" dt="2025-11-10T10:44:07.639" v="26" actId="108"/>
        <pc:sldMkLst>
          <pc:docMk/>
          <pc:sldMk cId="1907673375" sldId="257"/>
        </pc:sldMkLst>
        <pc:spChg chg="mod">
          <ac:chgData name="Abhilash Puthanveettil Madathil" userId="d8011305-fc6a-4624-9916-5f1faf71aa6c" providerId="ADAL" clId="{37D6176F-80B2-4EF5-B286-45320985E911}" dt="2025-11-10T10:44:07.639" v="26" actId="108"/>
          <ac:spMkLst>
            <pc:docMk/>
            <pc:sldMk cId="1907673375" sldId="257"/>
            <ac:spMk id="26" creationId="{25451483-8D7C-5343-AC73-67C6E4A0C645}"/>
          </ac:spMkLst>
        </pc:spChg>
      </pc:sldChg>
      <pc:sldChg chg="modSp mod">
        <pc:chgData name="Abhilash Puthanveettil Madathil" userId="d8011305-fc6a-4624-9916-5f1faf71aa6c" providerId="ADAL" clId="{37D6176F-80B2-4EF5-B286-45320985E911}" dt="2025-11-10T10:44:28.196" v="32" actId="20577"/>
        <pc:sldMkLst>
          <pc:docMk/>
          <pc:sldMk cId="3516092615" sldId="5257"/>
        </pc:sldMkLst>
        <pc:spChg chg="mod">
          <ac:chgData name="Abhilash Puthanveettil Madathil" userId="d8011305-fc6a-4624-9916-5f1faf71aa6c" providerId="ADAL" clId="{37D6176F-80B2-4EF5-B286-45320985E911}" dt="2025-11-10T10:44:14.465" v="27" actId="20577"/>
          <ac:spMkLst>
            <pc:docMk/>
            <pc:sldMk cId="3516092615" sldId="5257"/>
            <ac:spMk id="2" creationId="{5E8CA369-9724-D960-F4D0-4ADCB1896926}"/>
          </ac:spMkLst>
        </pc:spChg>
        <pc:spChg chg="mod">
          <ac:chgData name="Abhilash Puthanveettil Madathil" userId="d8011305-fc6a-4624-9916-5f1faf71aa6c" providerId="ADAL" clId="{37D6176F-80B2-4EF5-B286-45320985E911}" dt="2025-11-10T10:44:28.196" v="32" actId="20577"/>
          <ac:spMkLst>
            <pc:docMk/>
            <pc:sldMk cId="3516092615" sldId="5257"/>
            <ac:spMk id="3" creationId="{E9B6A08D-FA74-AA14-41A1-8217F362A038}"/>
          </ac:spMkLst>
        </pc:spChg>
      </pc:sldChg>
      <pc:sldChg chg="del">
        <pc:chgData name="Abhilash Puthanveettil Madathil" userId="d8011305-fc6a-4624-9916-5f1faf71aa6c" providerId="ADAL" clId="{37D6176F-80B2-4EF5-B286-45320985E911}" dt="2025-11-10T10:44:18.844" v="28" actId="47"/>
        <pc:sldMkLst>
          <pc:docMk/>
          <pc:sldMk cId="69993912" sldId="5268"/>
        </pc:sldMkLst>
      </pc:sldChg>
    </pc:docChg>
  </pc:docChgLst>
  <pc:docChgLst>
    <pc:chgData name="Abhilash Puthanveettil Madathil" userId="d8011305-fc6a-4624-9916-5f1faf71aa6c" providerId="ADAL" clId="{C4AEB7AB-C593-47B2-BC09-31185AC28555}"/>
    <pc:docChg chg="undo custSel addSld delSld modSld sldOrd">
      <pc:chgData name="Abhilash Puthanveettil Madathil" userId="d8011305-fc6a-4624-9916-5f1faf71aa6c" providerId="ADAL" clId="{C4AEB7AB-C593-47B2-BC09-31185AC28555}" dt="2025-08-29T15:54:54.518" v="4865" actId="14100"/>
      <pc:docMkLst>
        <pc:docMk/>
      </pc:docMkLst>
      <pc:sldChg chg="modSp mod modTransition">
        <pc:chgData name="Abhilash Puthanveettil Madathil" userId="d8011305-fc6a-4624-9916-5f1faf71aa6c" providerId="ADAL" clId="{C4AEB7AB-C593-47B2-BC09-31185AC28555}" dt="2025-08-29T09:25:32.046" v="4669" actId="404"/>
        <pc:sldMkLst>
          <pc:docMk/>
          <pc:sldMk cId="1907673375" sldId="257"/>
        </pc:sldMkLst>
      </pc:sldChg>
      <pc:sldChg chg="modSp add mod modTransition">
        <pc:chgData name="Abhilash Puthanveettil Madathil" userId="d8011305-fc6a-4624-9916-5f1faf71aa6c" providerId="ADAL" clId="{C4AEB7AB-C593-47B2-BC09-31185AC28555}" dt="2025-08-28T14:58:32.397" v="4580" actId="14100"/>
        <pc:sldMkLst>
          <pc:docMk/>
          <pc:sldMk cId="2749156522" sldId="259"/>
        </pc:sldMkLst>
      </pc:sldChg>
      <pc:sldChg chg="addSp delSp modSp add mod ord modTransition">
        <pc:chgData name="Abhilash Puthanveettil Madathil" userId="d8011305-fc6a-4624-9916-5f1faf71aa6c" providerId="ADAL" clId="{C4AEB7AB-C593-47B2-BC09-31185AC28555}" dt="2025-08-28T14:51:17.477" v="4558" actId="1076"/>
        <pc:sldMkLst>
          <pc:docMk/>
          <pc:sldMk cId="2843819804" sldId="262"/>
        </pc:sldMkLst>
      </pc:sldChg>
      <pc:sldChg chg="addSp delSp modSp add mod modTransition">
        <pc:chgData name="Abhilash Puthanveettil Madathil" userId="d8011305-fc6a-4624-9916-5f1faf71aa6c" providerId="ADAL" clId="{C4AEB7AB-C593-47B2-BC09-31185AC28555}" dt="2025-08-28T11:51:43.994" v="3164" actId="207"/>
        <pc:sldMkLst>
          <pc:docMk/>
          <pc:sldMk cId="3983546814" sldId="263"/>
        </pc:sldMkLst>
      </pc:sldChg>
      <pc:sldChg chg="addSp delSp modSp add mod modTransition modClrScheme chgLayout">
        <pc:chgData name="Abhilash Puthanveettil Madathil" userId="d8011305-fc6a-4624-9916-5f1faf71aa6c" providerId="ADAL" clId="{C4AEB7AB-C593-47B2-BC09-31185AC28555}" dt="2025-08-29T08:48:59.262" v="4590" actId="20577"/>
        <pc:sldMkLst>
          <pc:docMk/>
          <pc:sldMk cId="39235005" sldId="264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3203279357" sldId="5169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1070675377" sldId="5231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842166683" sldId="5232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1720241955" sldId="5235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1412982194" sldId="5237"/>
        </pc:sldMkLst>
      </pc:sldChg>
      <pc:sldChg chg="delSp modSp add mod ord modTransition">
        <pc:chgData name="Abhilash Puthanveettil Madathil" userId="d8011305-fc6a-4624-9916-5f1faf71aa6c" providerId="ADAL" clId="{C4AEB7AB-C593-47B2-BC09-31185AC28555}" dt="2025-08-29T10:48:05.458" v="4770" actId="1076"/>
        <pc:sldMkLst>
          <pc:docMk/>
          <pc:sldMk cId="830544612" sldId="5238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2371333297" sldId="5238"/>
        </pc:sldMkLst>
      </pc:sldChg>
      <pc:sldChg chg="addSp modSp new mod modTransition">
        <pc:chgData name="Abhilash Puthanveettil Madathil" userId="d8011305-fc6a-4624-9916-5f1faf71aa6c" providerId="ADAL" clId="{C4AEB7AB-C593-47B2-BC09-31185AC28555}" dt="2025-08-27T14:49:04.270" v="2754"/>
        <pc:sldMkLst>
          <pc:docMk/>
          <pc:sldMk cId="24211103" sldId="5239"/>
        </pc:sldMkLst>
      </pc:sldChg>
      <pc:sldChg chg="new del">
        <pc:chgData name="Abhilash Puthanveettil Madathil" userId="d8011305-fc6a-4624-9916-5f1faf71aa6c" providerId="ADAL" clId="{C4AEB7AB-C593-47B2-BC09-31185AC28555}" dt="2025-08-22T10:40:37.240" v="232" actId="680"/>
        <pc:sldMkLst>
          <pc:docMk/>
          <pc:sldMk cId="1850402077" sldId="5239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2407396153" sldId="5239"/>
        </pc:sldMkLst>
      </pc:sldChg>
      <pc:sldChg chg="addSp modSp new mod modTransition modClrScheme chgLayout">
        <pc:chgData name="Abhilash Puthanveettil Madathil" userId="d8011305-fc6a-4624-9916-5f1faf71aa6c" providerId="ADAL" clId="{C4AEB7AB-C593-47B2-BC09-31185AC28555}" dt="2025-08-28T14:06:41.968" v="4488" actId="14100"/>
        <pc:sldMkLst>
          <pc:docMk/>
          <pc:sldMk cId="424486533" sldId="5240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1704050280" sldId="5240"/>
        </pc:sldMkLst>
      </pc:sldChg>
      <pc:sldChg chg="addSp delSp modSp new mod modTransition modAnim">
        <pc:chgData name="Abhilash Puthanveettil Madathil" userId="d8011305-fc6a-4624-9916-5f1faf71aa6c" providerId="ADAL" clId="{C4AEB7AB-C593-47B2-BC09-31185AC28555}" dt="2025-08-28T14:27:49.182" v="4512" actId="14100"/>
        <pc:sldMkLst>
          <pc:docMk/>
          <pc:sldMk cId="1888016838" sldId="5241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3482186192" sldId="5241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709397000" sldId="5242"/>
        </pc:sldMkLst>
      </pc:sldChg>
      <pc:sldChg chg="addSp delSp modSp new mod ord modTransition">
        <pc:chgData name="Abhilash Puthanveettil Madathil" userId="d8011305-fc6a-4624-9916-5f1faf71aa6c" providerId="ADAL" clId="{C4AEB7AB-C593-47B2-BC09-31185AC28555}" dt="2025-08-28T11:49:41.930" v="3150" actId="14100"/>
        <pc:sldMkLst>
          <pc:docMk/>
          <pc:sldMk cId="1985867615" sldId="5242"/>
        </pc:sldMkLst>
      </pc:sldChg>
      <pc:sldChg chg="addSp modSp new mod modTransition">
        <pc:chgData name="Abhilash Puthanveettil Madathil" userId="d8011305-fc6a-4624-9916-5f1faf71aa6c" providerId="ADAL" clId="{C4AEB7AB-C593-47B2-BC09-31185AC28555}" dt="2025-08-28T14:43:34.241" v="4552" actId="1076"/>
        <pc:sldMkLst>
          <pc:docMk/>
          <pc:sldMk cId="1040671412" sldId="5243"/>
        </pc:sldMkLst>
      </pc:sldChg>
      <pc:sldChg chg="addSp delSp modSp new mod modTransition">
        <pc:chgData name="Abhilash Puthanveettil Madathil" userId="d8011305-fc6a-4624-9916-5f1faf71aa6c" providerId="ADAL" clId="{C4AEB7AB-C593-47B2-BC09-31185AC28555}" dt="2025-08-28T13:58:09.292" v="4389" actId="21"/>
        <pc:sldMkLst>
          <pc:docMk/>
          <pc:sldMk cId="872343653" sldId="5244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3235250842" sldId="5244"/>
        </pc:sldMkLst>
      </pc:sldChg>
      <pc:sldChg chg="new del">
        <pc:chgData name="Abhilash Puthanveettil Madathil" userId="d8011305-fc6a-4624-9916-5f1faf71aa6c" providerId="ADAL" clId="{C4AEB7AB-C593-47B2-BC09-31185AC28555}" dt="2025-08-22T11:02:13.927" v="1163" actId="47"/>
        <pc:sldMkLst>
          <pc:docMk/>
          <pc:sldMk cId="3261160817" sldId="5245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3310637141" sldId="5245"/>
        </pc:sldMkLst>
      </pc:sldChg>
      <pc:sldChg chg="addSp delSp modSp add mod modTransition">
        <pc:chgData name="Abhilash Puthanveettil Madathil" userId="d8011305-fc6a-4624-9916-5f1faf71aa6c" providerId="ADAL" clId="{C4AEB7AB-C593-47B2-BC09-31185AC28555}" dt="2025-08-28T14:59:38.592" v="4581" actId="404"/>
        <pc:sldMkLst>
          <pc:docMk/>
          <pc:sldMk cId="3093455659" sldId="5246"/>
        </pc:sldMkLst>
      </pc:sldChg>
      <pc:sldChg chg="addSp delSp modSp new mod modTransition modAnim">
        <pc:chgData name="Abhilash Puthanveettil Madathil" userId="d8011305-fc6a-4624-9916-5f1faf71aa6c" providerId="ADAL" clId="{C4AEB7AB-C593-47B2-BC09-31185AC28555}" dt="2025-08-28T11:50:26.722" v="3158" actId="14100"/>
        <pc:sldMkLst>
          <pc:docMk/>
          <pc:sldMk cId="3488900210" sldId="5247"/>
        </pc:sldMkLst>
      </pc:sldChg>
      <pc:sldChg chg="addSp delSp modSp new mod modTransition">
        <pc:chgData name="Abhilash Puthanveettil Madathil" userId="d8011305-fc6a-4624-9916-5f1faf71aa6c" providerId="ADAL" clId="{C4AEB7AB-C593-47B2-BC09-31185AC28555}" dt="2025-08-28T14:41:47.748" v="4543" actId="1076"/>
        <pc:sldMkLst>
          <pc:docMk/>
          <pc:sldMk cId="710305279" sldId="5248"/>
        </pc:sldMkLst>
      </pc:sldChg>
      <pc:sldChg chg="addSp delSp modSp del mod chgLayout">
        <pc:chgData name="Abhilash Puthanveettil Madathil" userId="d8011305-fc6a-4624-9916-5f1faf71aa6c" providerId="ADAL" clId="{C4AEB7AB-C593-47B2-BC09-31185AC28555}" dt="2025-08-22T10:38:10.060" v="201" actId="47"/>
        <pc:sldMkLst>
          <pc:docMk/>
          <pc:sldMk cId="1935553133" sldId="5248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121771053" sldId="5249"/>
        </pc:sldMkLst>
      </pc:sldChg>
      <pc:sldChg chg="addSp delSp modSp new del mod">
        <pc:chgData name="Abhilash Puthanveettil Madathil" userId="d8011305-fc6a-4624-9916-5f1faf71aa6c" providerId="ADAL" clId="{C4AEB7AB-C593-47B2-BC09-31185AC28555}" dt="2025-08-26T13:24:03.297" v="2364" actId="47"/>
        <pc:sldMkLst>
          <pc:docMk/>
          <pc:sldMk cId="217254541" sldId="5249"/>
        </pc:sldMkLst>
      </pc:sldChg>
      <pc:sldChg chg="addSp delSp modSp new mod modTransition">
        <pc:chgData name="Abhilash Puthanveettil Madathil" userId="d8011305-fc6a-4624-9916-5f1faf71aa6c" providerId="ADAL" clId="{C4AEB7AB-C593-47B2-BC09-31185AC28555}" dt="2025-08-28T08:35:27.685" v="2792" actId="20577"/>
        <pc:sldMkLst>
          <pc:docMk/>
          <pc:sldMk cId="1364485425" sldId="5249"/>
        </pc:sldMkLst>
      </pc:sldChg>
      <pc:sldChg chg="addSp delSp modSp new mod modTransition modAnim">
        <pc:chgData name="Abhilash Puthanveettil Madathil" userId="d8011305-fc6a-4624-9916-5f1faf71aa6c" providerId="ADAL" clId="{C4AEB7AB-C593-47B2-BC09-31185AC28555}" dt="2025-08-29T10:41:37.038" v="4760" actId="108"/>
        <pc:sldMkLst>
          <pc:docMk/>
          <pc:sldMk cId="309449199" sldId="5250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1265786797" sldId="5250"/>
        </pc:sldMkLst>
      </pc:sldChg>
      <pc:sldChg chg="add">
        <pc:chgData name="Abhilash Puthanveettil Madathil" userId="d8011305-fc6a-4624-9916-5f1faf71aa6c" providerId="ADAL" clId="{C4AEB7AB-C593-47B2-BC09-31185AC28555}" dt="2025-08-28T08:36:30.863" v="2810"/>
        <pc:sldMkLst>
          <pc:docMk/>
          <pc:sldMk cId="2770934003" sldId="5251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3782263483" sldId="5251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2265455841" sldId="5252"/>
        </pc:sldMkLst>
      </pc:sldChg>
      <pc:sldChg chg="modSp add mod">
        <pc:chgData name="Abhilash Puthanveettil Madathil" userId="d8011305-fc6a-4624-9916-5f1faf71aa6c" providerId="ADAL" clId="{C4AEB7AB-C593-47B2-BC09-31185AC28555}" dt="2025-08-29T09:38:25.897" v="4733" actId="20577"/>
        <pc:sldMkLst>
          <pc:docMk/>
          <pc:sldMk cId="3833758513" sldId="5252"/>
        </pc:sldMkLst>
      </pc:sldChg>
      <pc:sldChg chg="new del">
        <pc:chgData name="Abhilash Puthanveettil Madathil" userId="d8011305-fc6a-4624-9916-5f1faf71aa6c" providerId="ADAL" clId="{C4AEB7AB-C593-47B2-BC09-31185AC28555}" dt="2025-08-28T12:22:42.394" v="3994" actId="47"/>
        <pc:sldMkLst>
          <pc:docMk/>
          <pc:sldMk cId="1110800065" sldId="5253"/>
        </pc:sldMkLst>
      </pc:sldChg>
      <pc:sldChg chg="modSp add del mod">
        <pc:chgData name="Abhilash Puthanveettil Madathil" userId="d8011305-fc6a-4624-9916-5f1faf71aa6c" providerId="ADAL" clId="{C4AEB7AB-C593-47B2-BC09-31185AC28555}" dt="2025-08-28T12:09:30.886" v="3428" actId="47"/>
        <pc:sldMkLst>
          <pc:docMk/>
          <pc:sldMk cId="1920247083" sldId="5253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2727390153" sldId="5253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1443457900" sldId="5254"/>
        </pc:sldMkLst>
      </pc:sldChg>
      <pc:sldChg chg="addSp delSp modSp add mod">
        <pc:chgData name="Abhilash Puthanveettil Madathil" userId="d8011305-fc6a-4624-9916-5f1faf71aa6c" providerId="ADAL" clId="{C4AEB7AB-C593-47B2-BC09-31185AC28555}" dt="2025-08-29T10:54:32.076" v="4864" actId="20577"/>
        <pc:sldMkLst>
          <pc:docMk/>
          <pc:sldMk cId="3216463083" sldId="5254"/>
        </pc:sldMkLst>
      </pc:sldChg>
      <pc:sldChg chg="new del">
        <pc:chgData name="Abhilash Puthanveettil Madathil" userId="d8011305-fc6a-4624-9916-5f1faf71aa6c" providerId="ADAL" clId="{C4AEB7AB-C593-47B2-BC09-31185AC28555}" dt="2025-08-28T12:54:50.811" v="4066" actId="47"/>
        <pc:sldMkLst>
          <pc:docMk/>
          <pc:sldMk cId="1984947016" sldId="5255"/>
        </pc:sldMkLst>
      </pc:sldChg>
      <pc:sldChg chg="addSp delSp modSp add mod">
        <pc:chgData name="Abhilash Puthanveettil Madathil" userId="d8011305-fc6a-4624-9916-5f1faf71aa6c" providerId="ADAL" clId="{C4AEB7AB-C593-47B2-BC09-31185AC28555}" dt="2025-08-29T15:54:54.518" v="4865" actId="14100"/>
        <pc:sldMkLst>
          <pc:docMk/>
          <pc:sldMk cId="2994739329" sldId="5255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3076644509" sldId="5255"/>
        </pc:sldMkLst>
      </pc:sldChg>
      <pc:sldChg chg="addSp delSp modSp new mod">
        <pc:chgData name="Abhilash Puthanveettil Madathil" userId="d8011305-fc6a-4624-9916-5f1faf71aa6c" providerId="ADAL" clId="{C4AEB7AB-C593-47B2-BC09-31185AC28555}" dt="2025-08-28T14:03:45.018" v="4486" actId="1076"/>
        <pc:sldMkLst>
          <pc:docMk/>
          <pc:sldMk cId="470072454" sldId="5256"/>
        </pc:sldMkLst>
      </pc:sldChg>
      <pc:sldChg chg="add del">
        <pc:chgData name="Abhilash Puthanveettil Madathil" userId="d8011305-fc6a-4624-9916-5f1faf71aa6c" providerId="ADAL" clId="{C4AEB7AB-C593-47B2-BC09-31185AC28555}" dt="2025-08-28T12:56:34.185" v="4067" actId="47"/>
        <pc:sldMkLst>
          <pc:docMk/>
          <pc:sldMk cId="3234830069" sldId="5256"/>
        </pc:sldMkLst>
      </pc:sldChg>
      <pc:sldChg chg="addSp delSp modSp new mod">
        <pc:chgData name="Abhilash Puthanveettil Madathil" userId="d8011305-fc6a-4624-9916-5f1faf71aa6c" providerId="ADAL" clId="{C4AEB7AB-C593-47B2-BC09-31185AC28555}" dt="2025-08-29T10:39:20.080" v="4759" actId="1076"/>
        <pc:sldMkLst>
          <pc:docMk/>
          <pc:sldMk cId="966834390" sldId="5257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3499419050" sldId="5257"/>
        </pc:sldMkLst>
      </pc:sldChg>
      <pc:sldChg chg="new del">
        <pc:chgData name="Abhilash Puthanveettil Madathil" userId="d8011305-fc6a-4624-9916-5f1faf71aa6c" providerId="ADAL" clId="{C4AEB7AB-C593-47B2-BC09-31185AC28555}" dt="2025-08-29T10:47:10.655" v="4765" actId="47"/>
        <pc:sldMkLst>
          <pc:docMk/>
          <pc:sldMk cId="1394798472" sldId="5258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2759516012" sldId="5258"/>
        </pc:sldMkLst>
      </pc:sldChg>
      <pc:sldChg chg="addSp delSp modSp new del mod modClrScheme chgLayout">
        <pc:chgData name="Abhilash Puthanveettil Madathil" userId="d8011305-fc6a-4624-9916-5f1faf71aa6c" providerId="ADAL" clId="{C4AEB7AB-C593-47B2-BC09-31185AC28555}" dt="2025-08-29T10:42:31.383" v="4761" actId="47"/>
        <pc:sldMkLst>
          <pc:docMk/>
          <pc:sldMk cId="3173915386" sldId="5258"/>
        </pc:sldMkLst>
      </pc:sldChg>
      <pc:sldChg chg="new del">
        <pc:chgData name="Abhilash Puthanveettil Madathil" userId="d8011305-fc6a-4624-9916-5f1faf71aa6c" providerId="ADAL" clId="{C4AEB7AB-C593-47B2-BC09-31185AC28555}" dt="2025-08-29T10:47:04.868" v="4763" actId="47"/>
        <pc:sldMkLst>
          <pc:docMk/>
          <pc:sldMk cId="3586304989" sldId="5258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1115754246" sldId="5259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19053534" sldId="5260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2777525729" sldId="5261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1386602190" sldId="5262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3042321857" sldId="5263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3570603677" sldId="5264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3669718292" sldId="5268"/>
        </pc:sldMkLst>
      </pc:sldChg>
    </pc:docChg>
  </pc:docChgLst>
  <pc:docChgLst>
    <pc:chgData name="Abhilash Puthanveettil Madathil" userId="d8011305-fc6a-4624-9916-5f1faf71aa6c" providerId="ADAL" clId="{BCB380B8-8802-407E-9B51-8CFA6E09186B}"/>
    <pc:docChg chg="undo custSel addSld delSld modSld sldOrd">
      <pc:chgData name="Abhilash Puthanveettil Madathil" userId="d8011305-fc6a-4624-9916-5f1faf71aa6c" providerId="ADAL" clId="{BCB380B8-8802-407E-9B51-8CFA6E09186B}" dt="2025-09-19T15:15:37.638" v="1401" actId="9405"/>
      <pc:docMkLst>
        <pc:docMk/>
      </pc:docMkLst>
      <pc:sldChg chg="modSp mod">
        <pc:chgData name="Abhilash Puthanveettil Madathil" userId="d8011305-fc6a-4624-9916-5f1faf71aa6c" providerId="ADAL" clId="{BCB380B8-8802-407E-9B51-8CFA6E09186B}" dt="2025-09-19T11:02:25.804" v="1092" actId="20577"/>
        <pc:sldMkLst>
          <pc:docMk/>
          <pc:sldMk cId="1907673375" sldId="257"/>
        </pc:sldMkLst>
      </pc:sldChg>
      <pc:sldChg chg="addSp modSp mod">
        <pc:chgData name="Abhilash Puthanveettil Madathil" userId="d8011305-fc6a-4624-9916-5f1faf71aa6c" providerId="ADAL" clId="{BCB380B8-8802-407E-9B51-8CFA6E09186B}" dt="2025-09-19T11:30:47.965" v="1375" actId="20577"/>
        <pc:sldMkLst>
          <pc:docMk/>
          <pc:sldMk cId="1235313199" sldId="258"/>
        </pc:sldMkLst>
      </pc:sldChg>
      <pc:sldChg chg="modSp mod">
        <pc:chgData name="Abhilash Puthanveettil Madathil" userId="d8011305-fc6a-4624-9916-5f1faf71aa6c" providerId="ADAL" clId="{BCB380B8-8802-407E-9B51-8CFA6E09186B}" dt="2025-09-19T11:01:25.468" v="1082" actId="14100"/>
        <pc:sldMkLst>
          <pc:docMk/>
          <pc:sldMk cId="3946753422" sldId="262"/>
        </pc:sldMkLst>
      </pc:sldChg>
      <pc:sldChg chg="addSp delSp modSp mod">
        <pc:chgData name="Abhilash Puthanveettil Madathil" userId="d8011305-fc6a-4624-9916-5f1faf71aa6c" providerId="ADAL" clId="{BCB380B8-8802-407E-9B51-8CFA6E09186B}" dt="2025-09-19T11:30:08.007" v="1367" actId="20577"/>
        <pc:sldMkLst>
          <pc:docMk/>
          <pc:sldMk cId="1501806569" sldId="264"/>
        </pc:sldMkLst>
      </pc:sldChg>
      <pc:sldChg chg="addSp modSp mod">
        <pc:chgData name="Abhilash Puthanveettil Madathil" userId="d8011305-fc6a-4624-9916-5f1faf71aa6c" providerId="ADAL" clId="{BCB380B8-8802-407E-9B51-8CFA6E09186B}" dt="2025-09-18T05:50:04.387" v="462" actId="20577"/>
        <pc:sldMkLst>
          <pc:docMk/>
          <pc:sldMk cId="4155161756" sldId="265"/>
        </pc:sldMkLst>
      </pc:sldChg>
      <pc:sldChg chg="modSp mod">
        <pc:chgData name="Abhilash Puthanveettil Madathil" userId="d8011305-fc6a-4624-9916-5f1faf71aa6c" providerId="ADAL" clId="{BCB380B8-8802-407E-9B51-8CFA6E09186B}" dt="2025-09-19T11:23:48.653" v="1172" actId="27636"/>
        <pc:sldMkLst>
          <pc:docMk/>
          <pc:sldMk cId="3516092615" sldId="5257"/>
        </pc:sldMkLst>
      </pc:sldChg>
      <pc:sldChg chg="del">
        <pc:chgData name="Abhilash Puthanveettil Madathil" userId="d8011305-fc6a-4624-9916-5f1faf71aa6c" providerId="ADAL" clId="{BCB380B8-8802-407E-9B51-8CFA6E09186B}" dt="2025-09-17T11:48:03.416" v="6" actId="47"/>
        <pc:sldMkLst>
          <pc:docMk/>
          <pc:sldMk cId="1961750020" sldId="5273"/>
        </pc:sldMkLst>
      </pc:sldChg>
      <pc:sldChg chg="del">
        <pc:chgData name="Abhilash Puthanveettil Madathil" userId="d8011305-fc6a-4624-9916-5f1faf71aa6c" providerId="ADAL" clId="{BCB380B8-8802-407E-9B51-8CFA6E09186B}" dt="2025-09-17T11:48:03.416" v="6" actId="47"/>
        <pc:sldMkLst>
          <pc:docMk/>
          <pc:sldMk cId="200159108" sldId="5274"/>
        </pc:sldMkLst>
      </pc:sldChg>
      <pc:sldChg chg="del">
        <pc:chgData name="Abhilash Puthanveettil Madathil" userId="d8011305-fc6a-4624-9916-5f1faf71aa6c" providerId="ADAL" clId="{BCB380B8-8802-407E-9B51-8CFA6E09186B}" dt="2025-09-17T11:48:03.416" v="6" actId="47"/>
        <pc:sldMkLst>
          <pc:docMk/>
          <pc:sldMk cId="3465983915" sldId="5275"/>
        </pc:sldMkLst>
      </pc:sldChg>
      <pc:sldChg chg="del">
        <pc:chgData name="Abhilash Puthanveettil Madathil" userId="d8011305-fc6a-4624-9916-5f1faf71aa6c" providerId="ADAL" clId="{BCB380B8-8802-407E-9B51-8CFA6E09186B}" dt="2025-09-17T11:48:03.416" v="6" actId="47"/>
        <pc:sldMkLst>
          <pc:docMk/>
          <pc:sldMk cId="44286736" sldId="5276"/>
        </pc:sldMkLst>
      </pc:sldChg>
      <pc:sldChg chg="del">
        <pc:chgData name="Abhilash Puthanveettil Madathil" userId="d8011305-fc6a-4624-9916-5f1faf71aa6c" providerId="ADAL" clId="{BCB380B8-8802-407E-9B51-8CFA6E09186B}" dt="2025-09-17T11:48:03.416" v="6" actId="47"/>
        <pc:sldMkLst>
          <pc:docMk/>
          <pc:sldMk cId="1285627370" sldId="5277"/>
        </pc:sldMkLst>
      </pc:sldChg>
      <pc:sldChg chg="del">
        <pc:chgData name="Abhilash Puthanveettil Madathil" userId="d8011305-fc6a-4624-9916-5f1faf71aa6c" providerId="ADAL" clId="{BCB380B8-8802-407E-9B51-8CFA6E09186B}" dt="2025-09-17T11:48:03.416" v="6" actId="47"/>
        <pc:sldMkLst>
          <pc:docMk/>
          <pc:sldMk cId="3919837406" sldId="5278"/>
        </pc:sldMkLst>
      </pc:sldChg>
      <pc:sldChg chg="del">
        <pc:chgData name="Abhilash Puthanveettil Madathil" userId="d8011305-fc6a-4624-9916-5f1faf71aa6c" providerId="ADAL" clId="{BCB380B8-8802-407E-9B51-8CFA6E09186B}" dt="2025-09-17T11:48:03.416" v="6" actId="47"/>
        <pc:sldMkLst>
          <pc:docMk/>
          <pc:sldMk cId="1282305084" sldId="5280"/>
        </pc:sldMkLst>
      </pc:sldChg>
      <pc:sldChg chg="del">
        <pc:chgData name="Abhilash Puthanveettil Madathil" userId="d8011305-fc6a-4624-9916-5f1faf71aa6c" providerId="ADAL" clId="{BCB380B8-8802-407E-9B51-8CFA6E09186B}" dt="2025-09-17T11:48:03.416" v="6" actId="47"/>
        <pc:sldMkLst>
          <pc:docMk/>
          <pc:sldMk cId="114895107" sldId="5281"/>
        </pc:sldMkLst>
      </pc:sldChg>
      <pc:sldChg chg="modSp mod">
        <pc:chgData name="Abhilash Puthanveettil Madathil" userId="d8011305-fc6a-4624-9916-5f1faf71aa6c" providerId="ADAL" clId="{BCB380B8-8802-407E-9B51-8CFA6E09186B}" dt="2025-09-19T13:54:42.706" v="1394" actId="20577"/>
        <pc:sldMkLst>
          <pc:docMk/>
          <pc:sldMk cId="3296916716" sldId="5283"/>
        </pc:sldMkLst>
      </pc:sldChg>
      <pc:sldChg chg="del">
        <pc:chgData name="Abhilash Puthanveettil Madathil" userId="d8011305-fc6a-4624-9916-5f1faf71aa6c" providerId="ADAL" clId="{BCB380B8-8802-407E-9B51-8CFA6E09186B}" dt="2025-09-17T11:48:03.416" v="6" actId="47"/>
        <pc:sldMkLst>
          <pc:docMk/>
          <pc:sldMk cId="3278409490" sldId="5284"/>
        </pc:sldMkLst>
      </pc:sldChg>
      <pc:sldChg chg="modSp mod">
        <pc:chgData name="Abhilash Puthanveettil Madathil" userId="d8011305-fc6a-4624-9916-5f1faf71aa6c" providerId="ADAL" clId="{BCB380B8-8802-407E-9B51-8CFA6E09186B}" dt="2025-09-19T11:00:42.959" v="1079" actId="20577"/>
        <pc:sldMkLst>
          <pc:docMk/>
          <pc:sldMk cId="1180591358" sldId="5285"/>
        </pc:sldMkLst>
      </pc:sldChg>
      <pc:sldChg chg="modSp new del mod">
        <pc:chgData name="Abhilash Puthanveettil Madathil" userId="d8011305-fc6a-4624-9916-5f1faf71aa6c" providerId="ADAL" clId="{BCB380B8-8802-407E-9B51-8CFA6E09186B}" dt="2025-09-18T06:17:49.884" v="483" actId="47"/>
        <pc:sldMkLst>
          <pc:docMk/>
          <pc:sldMk cId="2189599444" sldId="5286"/>
        </pc:sldMkLst>
      </pc:sldChg>
      <pc:sldChg chg="del">
        <pc:chgData name="Abhilash Puthanveettil Madathil" userId="d8011305-fc6a-4624-9916-5f1faf71aa6c" providerId="ADAL" clId="{BCB380B8-8802-407E-9B51-8CFA6E09186B}" dt="2025-09-17T11:48:03.416" v="6" actId="47"/>
        <pc:sldMkLst>
          <pc:docMk/>
          <pc:sldMk cId="3712259471" sldId="5286"/>
        </pc:sldMkLst>
      </pc:sldChg>
      <pc:sldChg chg="addSp modSp new mod ord">
        <pc:chgData name="Abhilash Puthanveettil Madathil" userId="d8011305-fc6a-4624-9916-5f1faf71aa6c" providerId="ADAL" clId="{BCB380B8-8802-407E-9B51-8CFA6E09186B}" dt="2025-09-19T10:56:26.997" v="943"/>
        <pc:sldMkLst>
          <pc:docMk/>
          <pc:sldMk cId="3084917589" sldId="5287"/>
        </pc:sldMkLst>
      </pc:sldChg>
      <pc:sldChg chg="addSp delSp modSp add mod ord">
        <pc:chgData name="Abhilash Puthanveettil Madathil" userId="d8011305-fc6a-4624-9916-5f1faf71aa6c" providerId="ADAL" clId="{BCB380B8-8802-407E-9B51-8CFA6E09186B}" dt="2025-09-19T10:56:26.997" v="943"/>
        <pc:sldMkLst>
          <pc:docMk/>
          <pc:sldMk cId="2216905751" sldId="5288"/>
        </pc:sldMkLst>
      </pc:sldChg>
      <pc:sldChg chg="addSp delSp modSp new mod modClrScheme chgLayout">
        <pc:chgData name="Abhilash Puthanveettil Madathil" userId="d8011305-fc6a-4624-9916-5f1faf71aa6c" providerId="ADAL" clId="{BCB380B8-8802-407E-9B51-8CFA6E09186B}" dt="2025-09-19T15:15:37.638" v="1401" actId="9405"/>
        <pc:sldMkLst>
          <pc:docMk/>
          <pc:sldMk cId="2916486825" sldId="5289"/>
        </pc:sldMkLst>
      </pc:sldChg>
      <pc:sldChg chg="addSp delSp modSp new mod ord modClrScheme chgLayout">
        <pc:chgData name="Abhilash Puthanveettil Madathil" userId="d8011305-fc6a-4624-9916-5f1faf71aa6c" providerId="ADAL" clId="{BCB380B8-8802-407E-9B51-8CFA6E09186B}" dt="2025-09-19T11:17:30.345" v="1167" actId="20577"/>
        <pc:sldMkLst>
          <pc:docMk/>
          <pc:sldMk cId="3953965154" sldId="5290"/>
        </pc:sldMkLst>
      </pc:sldChg>
      <pc:sldChg chg="addSp delSp modSp new mod modClrScheme chgLayout">
        <pc:chgData name="Abhilash Puthanveettil Madathil" userId="d8011305-fc6a-4624-9916-5f1faf71aa6c" providerId="ADAL" clId="{BCB380B8-8802-407E-9B51-8CFA6E09186B}" dt="2025-09-18T11:03:44.624" v="584" actId="962"/>
        <pc:sldMkLst>
          <pc:docMk/>
          <pc:sldMk cId="405584616" sldId="5291"/>
        </pc:sldMkLst>
      </pc:sldChg>
      <pc:sldChg chg="addSp delSp modSp new mod">
        <pc:chgData name="Abhilash Puthanveettil Madathil" userId="d8011305-fc6a-4624-9916-5f1faf71aa6c" providerId="ADAL" clId="{BCB380B8-8802-407E-9B51-8CFA6E09186B}" dt="2025-09-18T11:06:43.658" v="591" actId="1076"/>
        <pc:sldMkLst>
          <pc:docMk/>
          <pc:sldMk cId="332089294" sldId="5292"/>
        </pc:sldMkLst>
      </pc:sldChg>
      <pc:sldChg chg="addSp delSp modSp new mod modClrScheme chgLayout">
        <pc:chgData name="Abhilash Puthanveettil Madathil" userId="d8011305-fc6a-4624-9916-5f1faf71aa6c" providerId="ADAL" clId="{BCB380B8-8802-407E-9B51-8CFA6E09186B}" dt="2025-09-19T10:08:01.080" v="664" actId="20577"/>
        <pc:sldMkLst>
          <pc:docMk/>
          <pc:sldMk cId="846205844" sldId="529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A2D4AC-FDE1-4859-9B97-5383E64BFF81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6F4C5-6B97-4769-8730-C90D4D935F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899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13B8D9-E454-1E4A-BB8A-3D304A3417B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2723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6384C-27DB-763C-BC42-3F4A6C9435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57C64F-42F2-8AE0-3181-45C7409862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663FE-9A74-9FC9-67A0-7EADB126C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3DEC1-74EF-4EB6-A43D-39730B8C3EF5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17D61-D163-92B2-B75F-135DBFB90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4948B-79A3-2352-1A38-94C17B725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11FDA-6C26-46CC-B043-5F986F5648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8852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9F959-DEEA-5CF9-AECA-C8D05C181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6E1EC-B19A-A345-F578-8C53C832D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C4774-26B9-7813-10A1-5DADBFE70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3DEC1-74EF-4EB6-A43D-39730B8C3EF5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3C28C-ADCB-22C2-AA43-2D286C0A4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19FA2-CB9E-A964-BCD2-AE1CADA50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11FDA-6C26-46CC-B043-5F986F5648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0497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7AFA2-64D3-3B9F-CF1F-906B6D04F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DC41A7-14A3-2734-8214-A3515CC7B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82AD5-3464-0B16-07D5-BACE1F5A6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3DEC1-74EF-4EB6-A43D-39730B8C3EF5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B4212-7711-6908-C234-F0BFC2294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286FD-BAA3-D9E2-D2D2-87F57B53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11FDA-6C26-46CC-B043-5F986F5648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5369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DC761-2679-E956-5A74-7629E7DBB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E7A84-8D10-C8CE-4920-8DE73F284F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C7E709-1B28-D22A-EACE-12D335293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52CA69-3A4A-1E66-68CE-39D945098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3DEC1-74EF-4EB6-A43D-39730B8C3EF5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06B3D2-2A37-A6E0-CC99-B4B6F8119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A7EC69-6723-CFDF-4385-D1F0E262C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11FDA-6C26-46CC-B043-5F986F5648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6767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75E3D-A43F-4C92-F016-3E449A549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A85E97-EDD1-3519-D14D-5BF8C4CC6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21B803-3D68-604A-8DFC-912A6371DF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07F7D4-99FA-613C-00BE-F6B2A07F59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FAE22C-AC28-5241-7365-574998E4F1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F701E1-EB98-132F-C3B7-37A46D52A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3DEC1-74EF-4EB6-A43D-39730B8C3EF5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3BDABF-932D-2E50-5FB8-B7B1B6F0D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D0CCA6-4BA7-413E-1773-1D828F50D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11FDA-6C26-46CC-B043-5F986F5648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8733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A87AE-8F0C-08DF-FC15-71FC0AF8A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48D390-13A9-B4D2-9988-E6D0B8E60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3DEC1-74EF-4EB6-A43D-39730B8C3EF5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1C13AD-3509-5FE1-4494-2ABCB4E48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F0EFE6-8101-03EF-B8C2-9652512D0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11FDA-6C26-46CC-B043-5F986F5648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1115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46DB4D-932C-CDC6-F63A-09709E7DC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3DEC1-74EF-4EB6-A43D-39730B8C3EF5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749DE3-D8AF-72BB-E5AA-F369E4EDA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76096-B08B-1A74-C72C-6099FE44A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11FDA-6C26-46CC-B043-5F986F5648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6533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30077-06FA-3F75-363F-652068A39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8E6E7-396C-EF3F-2E57-60C192060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ECF30E-AF39-9CF5-9CB3-3B53A4B636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9907C7-6669-3EFD-5E74-B1FECC0CA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3DEC1-74EF-4EB6-A43D-39730B8C3EF5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256133-8252-13C9-7D8D-BDA082280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B209EF-6477-D7D4-DB09-4BDE3844B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11FDA-6C26-46CC-B043-5F986F5648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7324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6717B-ADD8-51F3-BFD2-BEBAEE538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3118E8-9E3D-3D90-388F-ADA244F4CF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7B7582-CA1F-97A9-5348-A07F1D81F0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312709-610F-0660-8C0D-7F57389AE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3DEC1-74EF-4EB6-A43D-39730B8C3EF5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9CD9B9-B6E8-0147-A9C9-C62BB9BB3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5A6AA-4617-7B44-8128-CDEA28BBC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11FDA-6C26-46CC-B043-5F986F5648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4464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01B14-E76D-D1B0-CD4B-6750CCDF0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8892CB-5545-B7F6-C8B1-AAC53F1FFB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85940-DC2C-9531-EFA2-C3A78FE2A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3DEC1-74EF-4EB6-A43D-39730B8C3EF5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5E816-A16E-3FBF-98FF-36A15EAC5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36721-E357-D836-4EBA-DA4A853AB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11FDA-6C26-46CC-B043-5F986F5648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7901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83A5A2-2FB1-9F36-7FEB-931EE2A90A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148B4D-763A-8FBA-07C8-554355F387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B3C20-BD86-2228-C1F1-30538B26C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3DEC1-74EF-4EB6-A43D-39730B8C3EF5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BD76-E5D7-4B43-5644-2D2743FD7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9424D-2DAF-F879-5462-320EA87F6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11FDA-6C26-46CC-B043-5F986F5648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46984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cell phone&#10;&#10;Description automatically generated">
            <a:extLst>
              <a:ext uri="{FF2B5EF4-FFF2-40B4-BE49-F238E27FC236}">
                <a16:creationId xmlns:a16="http://schemas.microsoft.com/office/drawing/2014/main" id="{7EDB0DD1-62F4-7147-9938-966A5499D9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8" name="Picture 17" descr="A close up of a card&#10;&#10;Description automatically generated">
            <a:extLst>
              <a:ext uri="{FF2B5EF4-FFF2-40B4-BE49-F238E27FC236}">
                <a16:creationId xmlns:a16="http://schemas.microsoft.com/office/drawing/2014/main" id="{4AB17E63-E669-A14A-9A7B-25010612F3D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74200" y="4153452"/>
            <a:ext cx="2717800" cy="2717800"/>
          </a:xfrm>
          <a:prstGeom prst="rect">
            <a:avLst/>
          </a:prstGeom>
        </p:spPr>
      </p:pic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9B6D0F0A-3BBD-0B4E-A642-21BE41249B0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51225" y="0"/>
            <a:ext cx="8750935" cy="6878320"/>
          </a:xfrm>
          <a:custGeom>
            <a:avLst/>
            <a:gdLst>
              <a:gd name="connsiteX0" fmla="*/ 6858000 w 8750935"/>
              <a:gd name="connsiteY0" fmla="*/ 0 h 6878320"/>
              <a:gd name="connsiteX1" fmla="*/ 8740775 w 8750935"/>
              <a:gd name="connsiteY1" fmla="*/ 0 h 6878320"/>
              <a:gd name="connsiteX2" fmla="*/ 8750935 w 8750935"/>
              <a:gd name="connsiteY2" fmla="*/ 4216400 h 6878320"/>
              <a:gd name="connsiteX3" fmla="*/ 8745855 w 8750935"/>
              <a:gd name="connsiteY3" fmla="*/ 5543550 h 6878320"/>
              <a:gd name="connsiteX4" fmla="*/ 8745855 w 8750935"/>
              <a:gd name="connsiteY4" fmla="*/ 4221163 h 6878320"/>
              <a:gd name="connsiteX5" fmla="*/ 6088813 w 8750935"/>
              <a:gd name="connsiteY5" fmla="*/ 6878206 h 6878320"/>
              <a:gd name="connsiteX6" fmla="*/ 6048375 w 8750935"/>
              <a:gd name="connsiteY6" fmla="*/ 6878320 h 6878320"/>
              <a:gd name="connsiteX7" fmla="*/ 0 w 8750935"/>
              <a:gd name="connsiteY7" fmla="*/ 6870700 h 6878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50935" h="6878320">
                <a:moveTo>
                  <a:pt x="6858000" y="0"/>
                </a:moveTo>
                <a:lnTo>
                  <a:pt x="8740775" y="0"/>
                </a:lnTo>
                <a:cubicBezTo>
                  <a:pt x="8744162" y="1405467"/>
                  <a:pt x="8747548" y="2810933"/>
                  <a:pt x="8750935" y="4216400"/>
                </a:cubicBezTo>
                <a:lnTo>
                  <a:pt x="8745855" y="5543550"/>
                </a:lnTo>
                <a:lnTo>
                  <a:pt x="8745855" y="4221163"/>
                </a:lnTo>
                <a:lnTo>
                  <a:pt x="6088813" y="6878206"/>
                </a:lnTo>
                <a:lnTo>
                  <a:pt x="6048375" y="6878320"/>
                </a:lnTo>
                <a:lnTo>
                  <a:pt x="0" y="68707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r">
              <a:buNone/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09B2EF-CCE9-FD4E-BD90-0A7C93D166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8320" y="2422165"/>
            <a:ext cx="5815330" cy="1213803"/>
          </a:xfrm>
        </p:spPr>
        <p:txBody>
          <a:bodyPr lIns="0" rIns="90000" anchor="b">
            <a:normAutofit/>
          </a:bodyPr>
          <a:lstStyle>
            <a:lvl1pPr algn="l">
              <a:defRPr sz="4200" b="0">
                <a:solidFill>
                  <a:srgbClr val="3D4766"/>
                </a:solidFill>
              </a:defRPr>
            </a:lvl1pPr>
          </a:lstStyle>
          <a:p>
            <a:r>
              <a:rPr lang="en-GB"/>
              <a:t>Edit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E14B6B-62BC-D64B-A5A3-9D3C7B48E4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320" y="3728044"/>
            <a:ext cx="5815330" cy="1655762"/>
          </a:xfrm>
        </p:spPr>
        <p:txBody>
          <a:bodyPr lIns="0" rIns="90000"/>
          <a:lstStyle>
            <a:lvl1pPr marL="0" indent="0" algn="l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02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59">
          <p15:clr>
            <a:srgbClr val="FBAE40"/>
          </p15:clr>
        </p15:guide>
        <p15:guide id="2" pos="2162">
          <p15:clr>
            <a:srgbClr val="FBAE40"/>
          </p15:clr>
        </p15:guide>
        <p15:guide id="3" pos="6494">
          <p15:clr>
            <a:srgbClr val="FBAE40"/>
          </p15:clr>
        </p15:guide>
        <p15:guide id="4" pos="600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9688B-8D21-F043-938E-460D98DF7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560" y="365125"/>
            <a:ext cx="11085732" cy="1325563"/>
          </a:xfrm>
        </p:spPr>
        <p:txBody>
          <a:bodyPr lIns="0" rIns="90000"/>
          <a:lstStyle>
            <a:lvl1pPr>
              <a:defRPr>
                <a:solidFill>
                  <a:srgbClr val="3D476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22E62-C660-1B41-AA7C-85D526669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560" y="1825624"/>
            <a:ext cx="11085732" cy="4498975"/>
          </a:xfrm>
        </p:spPr>
        <p:txBody>
          <a:bodyPr lIns="0" rIns="90000">
            <a:normAutofit/>
          </a:bodyPr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0643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cell phone&#10;&#10;Description automatically generated">
            <a:extLst>
              <a:ext uri="{FF2B5EF4-FFF2-40B4-BE49-F238E27FC236}">
                <a16:creationId xmlns:a16="http://schemas.microsoft.com/office/drawing/2014/main" id="{7EDB0DD1-62F4-7147-9938-966A5499D9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8" name="Picture 17" descr="A close up of a card&#10;&#10;Description automatically generated">
            <a:extLst>
              <a:ext uri="{FF2B5EF4-FFF2-40B4-BE49-F238E27FC236}">
                <a16:creationId xmlns:a16="http://schemas.microsoft.com/office/drawing/2014/main" id="{4AB17E63-E669-A14A-9A7B-25010612F3D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74200" y="4153452"/>
            <a:ext cx="2717800" cy="2717800"/>
          </a:xfrm>
          <a:prstGeom prst="rect">
            <a:avLst/>
          </a:prstGeom>
        </p:spPr>
      </p:pic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9B6D0F0A-3BBD-0B4E-A642-21BE41249B0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51225" y="0"/>
            <a:ext cx="8750935" cy="6878320"/>
          </a:xfrm>
          <a:custGeom>
            <a:avLst/>
            <a:gdLst>
              <a:gd name="connsiteX0" fmla="*/ 6858000 w 8750935"/>
              <a:gd name="connsiteY0" fmla="*/ 0 h 6878320"/>
              <a:gd name="connsiteX1" fmla="*/ 8740775 w 8750935"/>
              <a:gd name="connsiteY1" fmla="*/ 0 h 6878320"/>
              <a:gd name="connsiteX2" fmla="*/ 8750935 w 8750935"/>
              <a:gd name="connsiteY2" fmla="*/ 4216400 h 6878320"/>
              <a:gd name="connsiteX3" fmla="*/ 8745855 w 8750935"/>
              <a:gd name="connsiteY3" fmla="*/ 5543550 h 6878320"/>
              <a:gd name="connsiteX4" fmla="*/ 8745855 w 8750935"/>
              <a:gd name="connsiteY4" fmla="*/ 4221163 h 6878320"/>
              <a:gd name="connsiteX5" fmla="*/ 6088813 w 8750935"/>
              <a:gd name="connsiteY5" fmla="*/ 6878206 h 6878320"/>
              <a:gd name="connsiteX6" fmla="*/ 6048375 w 8750935"/>
              <a:gd name="connsiteY6" fmla="*/ 6878320 h 6878320"/>
              <a:gd name="connsiteX7" fmla="*/ 0 w 8750935"/>
              <a:gd name="connsiteY7" fmla="*/ 6870700 h 6878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50935" h="6878320">
                <a:moveTo>
                  <a:pt x="6858000" y="0"/>
                </a:moveTo>
                <a:lnTo>
                  <a:pt x="8740775" y="0"/>
                </a:lnTo>
                <a:cubicBezTo>
                  <a:pt x="8744162" y="1405467"/>
                  <a:pt x="8747548" y="2810933"/>
                  <a:pt x="8750935" y="4216400"/>
                </a:cubicBezTo>
                <a:lnTo>
                  <a:pt x="8745855" y="5543550"/>
                </a:lnTo>
                <a:lnTo>
                  <a:pt x="8745855" y="4221163"/>
                </a:lnTo>
                <a:lnTo>
                  <a:pt x="6088813" y="6878206"/>
                </a:lnTo>
                <a:lnTo>
                  <a:pt x="6048375" y="6878320"/>
                </a:lnTo>
                <a:lnTo>
                  <a:pt x="0" y="68707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r">
              <a:buNone/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09B2EF-CCE9-FD4E-BD90-0A7C93D166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8320" y="2422165"/>
            <a:ext cx="5815330" cy="1213803"/>
          </a:xfrm>
        </p:spPr>
        <p:txBody>
          <a:bodyPr lIns="0" rIns="90000" anchor="b">
            <a:normAutofit/>
          </a:bodyPr>
          <a:lstStyle>
            <a:lvl1pPr algn="l">
              <a:defRPr sz="4200" b="0">
                <a:solidFill>
                  <a:srgbClr val="3D4766"/>
                </a:solidFill>
              </a:defRPr>
            </a:lvl1pPr>
          </a:lstStyle>
          <a:p>
            <a:r>
              <a:rPr lang="en-GB"/>
              <a:t>Edit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E14B6B-62BC-D64B-A5A3-9D3C7B48E4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320" y="3728044"/>
            <a:ext cx="5815330" cy="1655762"/>
          </a:xfrm>
        </p:spPr>
        <p:txBody>
          <a:bodyPr lIns="0" rIns="90000"/>
          <a:lstStyle>
            <a:lvl1pPr marL="0" indent="0" algn="l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048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59">
          <p15:clr>
            <a:srgbClr val="FBAE40"/>
          </p15:clr>
        </p15:guide>
        <p15:guide id="2" pos="2162">
          <p15:clr>
            <a:srgbClr val="FBAE40"/>
          </p15:clr>
        </p15:guide>
        <p15:guide id="3" pos="6494">
          <p15:clr>
            <a:srgbClr val="FBAE40"/>
          </p15:clr>
        </p15:guide>
        <p15:guide id="4" pos="600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9688B-8D21-F043-938E-460D98DF7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560" y="365125"/>
            <a:ext cx="11085732" cy="1325563"/>
          </a:xfrm>
        </p:spPr>
        <p:txBody>
          <a:bodyPr lIns="0" rIns="90000"/>
          <a:lstStyle>
            <a:lvl1pPr>
              <a:defRPr>
                <a:solidFill>
                  <a:srgbClr val="3D476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22E62-C660-1B41-AA7C-85D526669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560" y="1825624"/>
            <a:ext cx="11085732" cy="4498975"/>
          </a:xfrm>
        </p:spPr>
        <p:txBody>
          <a:bodyPr lIns="0" rIns="90000">
            <a:normAutofit/>
          </a:bodyPr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0591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636E7766-7D03-774D-ABA1-AF8679BA67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589688B-8D21-F043-938E-460D98DF7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560" y="365125"/>
            <a:ext cx="11085732" cy="1325563"/>
          </a:xfrm>
        </p:spPr>
        <p:txBody>
          <a:bodyPr lIns="0" rIns="900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22E62-C660-1B41-AA7C-85D526669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560" y="1825624"/>
            <a:ext cx="11085732" cy="4498975"/>
          </a:xfrm>
        </p:spPr>
        <p:txBody>
          <a:bodyPr lIns="0" rIns="90000"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CF25B22E-756E-9044-A4C4-0E028A5F9C7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39400" y="5105400"/>
            <a:ext cx="175260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5439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636E7766-7D03-774D-ABA1-AF8679BA67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CD2C50FB-3BCF-8146-8C21-DE6A381B980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39400" y="5105400"/>
            <a:ext cx="1752600" cy="1752600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C135C06-5B2A-3345-B7CD-1DDE09D8E2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29100" y="0"/>
            <a:ext cx="7962900" cy="6858000"/>
          </a:xfrm>
          <a:custGeom>
            <a:avLst/>
            <a:gdLst>
              <a:gd name="connsiteX0" fmla="*/ 6913562 w 8040687"/>
              <a:gd name="connsiteY0" fmla="*/ 0 h 6858000"/>
              <a:gd name="connsiteX1" fmla="*/ 8040687 w 8040687"/>
              <a:gd name="connsiteY1" fmla="*/ 0 h 6858000"/>
              <a:gd name="connsiteX2" fmla="*/ 8040687 w 8040687"/>
              <a:gd name="connsiteY2" fmla="*/ 5181600 h 6858000"/>
              <a:gd name="connsiteX3" fmla="*/ 6344835 w 8040687"/>
              <a:gd name="connsiteY3" fmla="*/ 6858000 h 6858000"/>
              <a:gd name="connsiteX4" fmla="*/ 8040687 w 8040687"/>
              <a:gd name="connsiteY4" fmla="*/ 6858000 h 6858000"/>
              <a:gd name="connsiteX5" fmla="*/ 8040687 w 8040687"/>
              <a:gd name="connsiteY5" fmla="*/ 6858000 h 6858000"/>
              <a:gd name="connsiteX6" fmla="*/ 0 w 80406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40687" h="6858000">
                <a:moveTo>
                  <a:pt x="6913562" y="0"/>
                </a:moveTo>
                <a:lnTo>
                  <a:pt x="8040687" y="0"/>
                </a:lnTo>
                <a:lnTo>
                  <a:pt x="8040687" y="5181600"/>
                </a:lnTo>
                <a:lnTo>
                  <a:pt x="6344835" y="6858000"/>
                </a:lnTo>
                <a:lnTo>
                  <a:pt x="8040687" y="6858000"/>
                </a:lnTo>
                <a:lnTo>
                  <a:pt x="80406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r">
              <a:buNone/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89688B-8D21-F043-938E-460D98DF7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560" y="365125"/>
            <a:ext cx="8389425" cy="1325563"/>
          </a:xfrm>
        </p:spPr>
        <p:txBody>
          <a:bodyPr lIns="0" rIns="900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22E62-C660-1B41-AA7C-85D526669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560" y="1825624"/>
            <a:ext cx="7006102" cy="4498975"/>
          </a:xfrm>
        </p:spPr>
        <p:txBody>
          <a:bodyPr lIns="0" rIns="90000"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206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64">
          <p15:clr>
            <a:srgbClr val="FBAE40"/>
          </p15:clr>
        </p15:guide>
        <p15:guide id="2" pos="2615">
          <p15:clr>
            <a:srgbClr val="FBAE40"/>
          </p15:clr>
        </p15:guide>
        <p15:guide id="3" pos="6970">
          <p15:clr>
            <a:srgbClr val="FBAE40"/>
          </p15:clr>
        </p15:guide>
        <p15:guide id="4" pos="663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02000EDA-9F4F-9A45-9B76-C92E208E5D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39400" y="5105400"/>
            <a:ext cx="1752600" cy="1752600"/>
          </a:xfrm>
          <a:prstGeom prst="rect">
            <a:avLst/>
          </a:prstGeom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64D43C-BE8C-9743-943E-9B2BA74736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29100" y="0"/>
            <a:ext cx="7962900" cy="6858000"/>
          </a:xfrm>
          <a:custGeom>
            <a:avLst/>
            <a:gdLst>
              <a:gd name="connsiteX0" fmla="*/ 6913562 w 8040687"/>
              <a:gd name="connsiteY0" fmla="*/ 0 h 6858000"/>
              <a:gd name="connsiteX1" fmla="*/ 8040687 w 8040687"/>
              <a:gd name="connsiteY1" fmla="*/ 0 h 6858000"/>
              <a:gd name="connsiteX2" fmla="*/ 8040687 w 8040687"/>
              <a:gd name="connsiteY2" fmla="*/ 5181600 h 6858000"/>
              <a:gd name="connsiteX3" fmla="*/ 6344835 w 8040687"/>
              <a:gd name="connsiteY3" fmla="*/ 6858000 h 6858000"/>
              <a:gd name="connsiteX4" fmla="*/ 8040687 w 8040687"/>
              <a:gd name="connsiteY4" fmla="*/ 6858000 h 6858000"/>
              <a:gd name="connsiteX5" fmla="*/ 8040687 w 8040687"/>
              <a:gd name="connsiteY5" fmla="*/ 6858000 h 6858000"/>
              <a:gd name="connsiteX6" fmla="*/ 0 w 80406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40687" h="6858000">
                <a:moveTo>
                  <a:pt x="6913562" y="0"/>
                </a:moveTo>
                <a:lnTo>
                  <a:pt x="8040687" y="0"/>
                </a:lnTo>
                <a:lnTo>
                  <a:pt x="8040687" y="5181600"/>
                </a:lnTo>
                <a:lnTo>
                  <a:pt x="6344835" y="6858000"/>
                </a:lnTo>
                <a:lnTo>
                  <a:pt x="8040687" y="6858000"/>
                </a:lnTo>
                <a:lnTo>
                  <a:pt x="80406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r">
              <a:buNone/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89688B-8D21-F043-938E-460D98DF7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560" y="365125"/>
            <a:ext cx="8130540" cy="1325563"/>
          </a:xfrm>
        </p:spPr>
        <p:txBody>
          <a:bodyPr lIns="0" rIns="90000"/>
          <a:lstStyle>
            <a:lvl1pPr>
              <a:defRPr>
                <a:solidFill>
                  <a:srgbClr val="3D476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22E62-C660-1B41-AA7C-85D526669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560" y="1825624"/>
            <a:ext cx="6454140" cy="4498975"/>
          </a:xfrm>
        </p:spPr>
        <p:txBody>
          <a:bodyPr lIns="0" rIns="90000">
            <a:normAutofit/>
          </a:bodyPr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0059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9688B-8D21-F043-938E-460D98DF7B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6060" y="365125"/>
            <a:ext cx="6454140" cy="1325563"/>
          </a:xfrm>
        </p:spPr>
        <p:txBody>
          <a:bodyPr lIns="0" rIns="90000"/>
          <a:lstStyle>
            <a:lvl1pPr>
              <a:defRPr>
                <a:solidFill>
                  <a:srgbClr val="3D4766"/>
                </a:solidFill>
              </a:defRPr>
            </a:lvl1pPr>
          </a:lstStyle>
          <a:p>
            <a:r>
              <a:rPr lang="en-GB"/>
              <a:t>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22E62-C660-1B41-AA7C-85D526669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6060" y="1825624"/>
            <a:ext cx="6454140" cy="4498975"/>
          </a:xfrm>
        </p:spPr>
        <p:txBody>
          <a:bodyPr lIns="0" rIns="90000"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23D5C6B-732E-EA46-AC07-AAE7287A420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5460" y="365125"/>
            <a:ext cx="4368800" cy="2479675"/>
          </a:xfrm>
          <a:solidFill>
            <a:schemeClr val="bg1">
              <a:lumMod val="7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3CD58A65-EAFB-D340-80EE-E842D975B1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39400" y="5105400"/>
            <a:ext cx="1752600" cy="1752600"/>
          </a:xfrm>
          <a:prstGeom prst="rect">
            <a:avLst/>
          </a:prstGeom>
        </p:spPr>
      </p:pic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C6DFFD30-A1E7-304D-B2FF-E2E1C01E55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05460" y="2943225"/>
            <a:ext cx="4368800" cy="2479675"/>
          </a:xfrm>
          <a:solidFill>
            <a:schemeClr val="bg1">
              <a:lumMod val="7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0610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B975375-B147-D141-9AA0-62EA349DF6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00925" y="3473121"/>
            <a:ext cx="4368800" cy="2965904"/>
          </a:xfrm>
          <a:custGeom>
            <a:avLst/>
            <a:gdLst>
              <a:gd name="connsiteX0" fmla="*/ 0 w 4368800"/>
              <a:gd name="connsiteY0" fmla="*/ 0 h 2965904"/>
              <a:gd name="connsiteX1" fmla="*/ 4368800 w 4368800"/>
              <a:gd name="connsiteY1" fmla="*/ 0 h 2965904"/>
              <a:gd name="connsiteX2" fmla="*/ 4368800 w 4368800"/>
              <a:gd name="connsiteY2" fmla="*/ 2127166 h 2965904"/>
              <a:gd name="connsiteX3" fmla="*/ 3530062 w 4368800"/>
              <a:gd name="connsiteY3" fmla="*/ 2965904 h 2965904"/>
              <a:gd name="connsiteX4" fmla="*/ 0 w 4368800"/>
              <a:gd name="connsiteY4" fmla="*/ 2965904 h 2965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68800" h="2965904">
                <a:moveTo>
                  <a:pt x="0" y="0"/>
                </a:moveTo>
                <a:lnTo>
                  <a:pt x="4368800" y="0"/>
                </a:lnTo>
                <a:lnTo>
                  <a:pt x="4368800" y="2127166"/>
                </a:lnTo>
                <a:lnTo>
                  <a:pt x="3530062" y="2965904"/>
                </a:lnTo>
                <a:lnTo>
                  <a:pt x="0" y="296590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89688B-8D21-F043-938E-460D98DF7B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460" y="365125"/>
            <a:ext cx="6454140" cy="1325563"/>
          </a:xfrm>
        </p:spPr>
        <p:txBody>
          <a:bodyPr lIns="0" rIns="90000"/>
          <a:lstStyle>
            <a:lvl1pPr>
              <a:defRPr>
                <a:solidFill>
                  <a:srgbClr val="3D4766"/>
                </a:solidFill>
              </a:defRPr>
            </a:lvl1pPr>
          </a:lstStyle>
          <a:p>
            <a:r>
              <a:rPr lang="en-GB"/>
              <a:t>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22E62-C660-1B41-AA7C-85D526669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460" y="1825624"/>
            <a:ext cx="6454140" cy="3565773"/>
          </a:xfrm>
        </p:spPr>
        <p:txBody>
          <a:bodyPr lIns="0" rIns="90000"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3CD58A65-EAFB-D340-80EE-E842D975B1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39400" y="5105400"/>
            <a:ext cx="1752600" cy="1752600"/>
          </a:xfrm>
          <a:prstGeom prst="rect">
            <a:avLst/>
          </a:prstGeom>
        </p:spPr>
      </p:pic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C58BF16A-7DA4-C24D-93BA-63CA7A0DD84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400925" y="356260"/>
            <a:ext cx="4368800" cy="2965904"/>
          </a:xfrm>
          <a:solidFill>
            <a:schemeClr val="bg1">
              <a:lumMod val="7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3895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08E8237-A51B-CA40-9260-406C7233A1B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00925" y="365125"/>
            <a:ext cx="4368800" cy="6073900"/>
          </a:xfrm>
          <a:custGeom>
            <a:avLst/>
            <a:gdLst>
              <a:gd name="connsiteX0" fmla="*/ 0 w 4368800"/>
              <a:gd name="connsiteY0" fmla="*/ 0 h 6073900"/>
              <a:gd name="connsiteX1" fmla="*/ 4368800 w 4368800"/>
              <a:gd name="connsiteY1" fmla="*/ 0 h 6073900"/>
              <a:gd name="connsiteX2" fmla="*/ 4368800 w 4368800"/>
              <a:gd name="connsiteY2" fmla="*/ 3107996 h 6073900"/>
              <a:gd name="connsiteX3" fmla="*/ 4368800 w 4368800"/>
              <a:gd name="connsiteY3" fmla="*/ 3218903 h 6073900"/>
              <a:gd name="connsiteX4" fmla="*/ 4368800 w 4368800"/>
              <a:gd name="connsiteY4" fmla="*/ 5235162 h 6073900"/>
              <a:gd name="connsiteX5" fmla="*/ 3530062 w 4368800"/>
              <a:gd name="connsiteY5" fmla="*/ 6073900 h 6073900"/>
              <a:gd name="connsiteX6" fmla="*/ 0 w 4368800"/>
              <a:gd name="connsiteY6" fmla="*/ 6073900 h 6073900"/>
              <a:gd name="connsiteX7" fmla="*/ 0 w 4368800"/>
              <a:gd name="connsiteY7" fmla="*/ 3218903 h 6073900"/>
              <a:gd name="connsiteX8" fmla="*/ 0 w 4368800"/>
              <a:gd name="connsiteY8" fmla="*/ 3107996 h 607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68800" h="6073900">
                <a:moveTo>
                  <a:pt x="0" y="0"/>
                </a:moveTo>
                <a:lnTo>
                  <a:pt x="4368800" y="0"/>
                </a:lnTo>
                <a:lnTo>
                  <a:pt x="4368800" y="3107996"/>
                </a:lnTo>
                <a:lnTo>
                  <a:pt x="4368800" y="3218903"/>
                </a:lnTo>
                <a:lnTo>
                  <a:pt x="4368800" y="5235162"/>
                </a:lnTo>
                <a:lnTo>
                  <a:pt x="3530062" y="6073900"/>
                </a:lnTo>
                <a:lnTo>
                  <a:pt x="0" y="6073900"/>
                </a:lnTo>
                <a:lnTo>
                  <a:pt x="0" y="3218903"/>
                </a:lnTo>
                <a:lnTo>
                  <a:pt x="0" y="3107996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89688B-8D21-F043-938E-460D98DF7B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460" y="365125"/>
            <a:ext cx="6454140" cy="1325563"/>
          </a:xfrm>
        </p:spPr>
        <p:txBody>
          <a:bodyPr lIns="0" rIns="90000"/>
          <a:lstStyle>
            <a:lvl1pPr>
              <a:defRPr>
                <a:solidFill>
                  <a:srgbClr val="3D4766"/>
                </a:solidFill>
              </a:defRPr>
            </a:lvl1pPr>
          </a:lstStyle>
          <a:p>
            <a:r>
              <a:rPr lang="en-GB"/>
              <a:t>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22E62-C660-1B41-AA7C-85D526669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460" y="1825624"/>
            <a:ext cx="6454140" cy="3565773"/>
          </a:xfrm>
        </p:spPr>
        <p:txBody>
          <a:bodyPr lIns="0" rIns="90000"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3CD58A65-EAFB-D340-80EE-E842D975B1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39400" y="5105400"/>
            <a:ext cx="175260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0329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9E5F294-62A0-F343-A405-643824A2895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433848" y="365125"/>
            <a:ext cx="6335877" cy="6073900"/>
          </a:xfrm>
          <a:custGeom>
            <a:avLst/>
            <a:gdLst>
              <a:gd name="connsiteX0" fmla="*/ 0 w 6335877"/>
              <a:gd name="connsiteY0" fmla="*/ 0 h 6073900"/>
              <a:gd name="connsiteX1" fmla="*/ 1967077 w 6335877"/>
              <a:gd name="connsiteY1" fmla="*/ 0 h 6073900"/>
              <a:gd name="connsiteX2" fmla="*/ 2186152 w 6335877"/>
              <a:gd name="connsiteY2" fmla="*/ 0 h 6073900"/>
              <a:gd name="connsiteX3" fmla="*/ 6335877 w 6335877"/>
              <a:gd name="connsiteY3" fmla="*/ 0 h 6073900"/>
              <a:gd name="connsiteX4" fmla="*/ 6335877 w 6335877"/>
              <a:gd name="connsiteY4" fmla="*/ 3107996 h 6073900"/>
              <a:gd name="connsiteX5" fmla="*/ 6335877 w 6335877"/>
              <a:gd name="connsiteY5" fmla="*/ 3218903 h 6073900"/>
              <a:gd name="connsiteX6" fmla="*/ 6335877 w 6335877"/>
              <a:gd name="connsiteY6" fmla="*/ 5235162 h 6073900"/>
              <a:gd name="connsiteX7" fmla="*/ 5497139 w 6335877"/>
              <a:gd name="connsiteY7" fmla="*/ 6073900 h 6073900"/>
              <a:gd name="connsiteX8" fmla="*/ 2186152 w 6335877"/>
              <a:gd name="connsiteY8" fmla="*/ 6073900 h 6073900"/>
              <a:gd name="connsiteX9" fmla="*/ 1967077 w 6335877"/>
              <a:gd name="connsiteY9" fmla="*/ 6073900 h 6073900"/>
              <a:gd name="connsiteX10" fmla="*/ 0 w 6335877"/>
              <a:gd name="connsiteY10" fmla="*/ 6073900 h 607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35877" h="6073900">
                <a:moveTo>
                  <a:pt x="0" y="0"/>
                </a:moveTo>
                <a:lnTo>
                  <a:pt x="1967077" y="0"/>
                </a:lnTo>
                <a:lnTo>
                  <a:pt x="2186152" y="0"/>
                </a:lnTo>
                <a:lnTo>
                  <a:pt x="6335877" y="0"/>
                </a:lnTo>
                <a:lnTo>
                  <a:pt x="6335877" y="3107996"/>
                </a:lnTo>
                <a:lnTo>
                  <a:pt x="6335877" y="3218903"/>
                </a:lnTo>
                <a:lnTo>
                  <a:pt x="6335877" y="5235162"/>
                </a:lnTo>
                <a:lnTo>
                  <a:pt x="5497139" y="6073900"/>
                </a:lnTo>
                <a:lnTo>
                  <a:pt x="2186152" y="6073900"/>
                </a:lnTo>
                <a:lnTo>
                  <a:pt x="1967077" y="6073900"/>
                </a:lnTo>
                <a:lnTo>
                  <a:pt x="0" y="60739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89688B-8D21-F043-938E-460D98DF7B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460" y="365125"/>
            <a:ext cx="4623588" cy="1325563"/>
          </a:xfrm>
        </p:spPr>
        <p:txBody>
          <a:bodyPr lIns="0" rIns="90000">
            <a:normAutofit/>
          </a:bodyPr>
          <a:lstStyle>
            <a:lvl1pPr>
              <a:defRPr sz="3600">
                <a:solidFill>
                  <a:srgbClr val="3D4766"/>
                </a:solidFill>
              </a:defRPr>
            </a:lvl1pPr>
          </a:lstStyle>
          <a:p>
            <a:r>
              <a:rPr lang="en-GB"/>
              <a:t>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22E62-C660-1B41-AA7C-85D526669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460" y="1825624"/>
            <a:ext cx="4623588" cy="3565773"/>
          </a:xfrm>
        </p:spPr>
        <p:txBody>
          <a:bodyPr lIns="0" rIns="90000"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3CD58A65-EAFB-D340-80EE-E842D975B1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39400" y="5105400"/>
            <a:ext cx="175260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75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3CD58A65-EAFB-D340-80EE-E842D975B1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39400" y="5105400"/>
            <a:ext cx="1752600" cy="17526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3C30304-9F4A-304F-A346-E8481FBD1D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365125"/>
            <a:ext cx="5686097" cy="1325563"/>
          </a:xfrm>
        </p:spPr>
        <p:txBody>
          <a:bodyPr lIns="0" rIns="90000">
            <a:normAutofit/>
          </a:bodyPr>
          <a:lstStyle>
            <a:lvl1pPr>
              <a:defRPr sz="3600">
                <a:solidFill>
                  <a:srgbClr val="3D4766"/>
                </a:solidFill>
              </a:defRPr>
            </a:lvl1pPr>
          </a:lstStyle>
          <a:p>
            <a:r>
              <a:rPr lang="en-GB"/>
              <a:t>Edit Master title style</a:t>
            </a:r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3C7EBB-74F8-4343-8469-36E0B1F73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1825624"/>
            <a:ext cx="5686097" cy="4498975"/>
          </a:xfrm>
        </p:spPr>
        <p:txBody>
          <a:bodyPr lIns="0" rIns="90000"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E5A19F1D-88B3-474A-AA4E-8798A1012E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5460" y="365125"/>
            <a:ext cx="5133340" cy="4879537"/>
          </a:xfrm>
          <a:solidFill>
            <a:schemeClr val="bg1">
              <a:lumMod val="7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8413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9688B-8D21-F043-938E-460D98DF7B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460" y="2371725"/>
            <a:ext cx="10581640" cy="1057275"/>
          </a:xfrm>
        </p:spPr>
        <p:txBody>
          <a:bodyPr lIns="0" rIns="90000">
            <a:normAutofit/>
          </a:bodyPr>
          <a:lstStyle>
            <a:lvl1pPr>
              <a:defRPr sz="3600">
                <a:solidFill>
                  <a:srgbClr val="3D4766"/>
                </a:solidFill>
              </a:defRPr>
            </a:lvl1pPr>
          </a:lstStyle>
          <a:p>
            <a:r>
              <a:rPr lang="en-GB"/>
              <a:t>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22E62-C660-1B41-AA7C-85D526669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460" y="3565124"/>
            <a:ext cx="10581640" cy="2746777"/>
          </a:xfrm>
        </p:spPr>
        <p:txBody>
          <a:bodyPr lIns="0" rIns="90000">
            <a:norm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23D5C6B-732E-EA46-AC07-AAE7287A420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1"/>
            <a:ext cx="4031999" cy="2235600"/>
          </a:xfrm>
          <a:solidFill>
            <a:schemeClr val="bg1">
              <a:lumMod val="7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3CD58A65-EAFB-D340-80EE-E842D975B1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39400" y="5105400"/>
            <a:ext cx="1752600" cy="1752600"/>
          </a:xfrm>
          <a:prstGeom prst="rect">
            <a:avLst/>
          </a:prstGeom>
        </p:spPr>
      </p:pic>
      <p:sp>
        <p:nvSpPr>
          <p:cNvPr id="24" name="Picture Placeholder 6">
            <a:extLst>
              <a:ext uri="{FF2B5EF4-FFF2-40B4-BE49-F238E27FC236}">
                <a16:creationId xmlns:a16="http://schemas.microsoft.com/office/drawing/2014/main" id="{DCAEECED-AF51-554B-A5EC-1E9A6A15C5E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82710" y="1"/>
            <a:ext cx="4031999" cy="2235600"/>
          </a:xfrm>
          <a:solidFill>
            <a:schemeClr val="bg1">
              <a:lumMod val="7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25" name="Picture Placeholder 6">
            <a:extLst>
              <a:ext uri="{FF2B5EF4-FFF2-40B4-BE49-F238E27FC236}">
                <a16:creationId xmlns:a16="http://schemas.microsoft.com/office/drawing/2014/main" id="{196F4130-C67B-2142-A646-1606F115DDD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62364" y="1"/>
            <a:ext cx="4031999" cy="2235600"/>
          </a:xfrm>
          <a:solidFill>
            <a:schemeClr val="bg1">
              <a:lumMod val="7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41047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02000EDA-9F4F-9A45-9B76-C92E208E5D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39400" y="5105400"/>
            <a:ext cx="1752600" cy="1752600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BBBB314-E81E-364C-B958-AC9C414D49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032274 w 12192000"/>
              <a:gd name="connsiteY1" fmla="*/ 0 h 6858000"/>
              <a:gd name="connsiteX2" fmla="*/ 10032274 w 12192000"/>
              <a:gd name="connsiteY2" fmla="*/ 0 h 6858000"/>
              <a:gd name="connsiteX3" fmla="*/ 11075779 w 12192000"/>
              <a:gd name="connsiteY3" fmla="*/ 0 h 6858000"/>
              <a:gd name="connsiteX4" fmla="*/ 11273245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5181600 h 6858000"/>
              <a:gd name="connsiteX7" fmla="*/ 10512554 w 12192000"/>
              <a:gd name="connsiteY7" fmla="*/ 6858000 h 6858000"/>
              <a:gd name="connsiteX8" fmla="*/ 10032274 w 12192000"/>
              <a:gd name="connsiteY8" fmla="*/ 6858000 h 6858000"/>
              <a:gd name="connsiteX9" fmla="*/ 4229100 w 12192000"/>
              <a:gd name="connsiteY9" fmla="*/ 6858000 h 6858000"/>
              <a:gd name="connsiteX10" fmla="*/ 0 w 12192000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032274" y="0"/>
                </a:lnTo>
                <a:lnTo>
                  <a:pt x="10032274" y="0"/>
                </a:lnTo>
                <a:lnTo>
                  <a:pt x="11075779" y="0"/>
                </a:lnTo>
                <a:lnTo>
                  <a:pt x="11273245" y="0"/>
                </a:lnTo>
                <a:lnTo>
                  <a:pt x="12192000" y="0"/>
                </a:lnTo>
                <a:lnTo>
                  <a:pt x="12192000" y="5181600"/>
                </a:lnTo>
                <a:lnTo>
                  <a:pt x="10512554" y="6858000"/>
                </a:lnTo>
                <a:lnTo>
                  <a:pt x="10032274" y="6858000"/>
                </a:lnTo>
                <a:lnTo>
                  <a:pt x="42291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5362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3CD58A65-EAFB-D340-80EE-E842D975B1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39400" y="5105400"/>
            <a:ext cx="1752600" cy="1752600"/>
          </a:xfrm>
          <a:prstGeom prst="rect">
            <a:avLst/>
          </a:prstGeom>
        </p:spPr>
      </p:pic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E5A19F1D-88B3-474A-AA4E-8798A1012E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5460" y="554312"/>
            <a:ext cx="5133340" cy="4879537"/>
          </a:xfrm>
          <a:solidFill>
            <a:schemeClr val="bg1">
              <a:lumMod val="7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4872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0D147FE-8D1A-1740-84CF-050CB15D108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42867" y="1431604"/>
            <a:ext cx="1716857" cy="123802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B46AC41-EBD8-2A40-8B8A-758A18BD0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560" y="393922"/>
            <a:ext cx="11085732" cy="833053"/>
          </a:xfrm>
        </p:spPr>
        <p:txBody>
          <a:bodyPr lIns="0" rIns="90000">
            <a:normAutofit/>
          </a:bodyPr>
          <a:lstStyle>
            <a:lvl1pPr>
              <a:defRPr sz="3600">
                <a:solidFill>
                  <a:srgbClr val="3D476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0" name="Picture Placeholder 4">
            <a:extLst>
              <a:ext uri="{FF2B5EF4-FFF2-40B4-BE49-F238E27FC236}">
                <a16:creationId xmlns:a16="http://schemas.microsoft.com/office/drawing/2014/main" id="{48A0D36D-BAA1-FE4F-BE32-218E195F9BB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2867" y="2808459"/>
            <a:ext cx="1716857" cy="123802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BF274F19-6028-0742-B589-62BEFE208BA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42867" y="4185314"/>
            <a:ext cx="1716857" cy="123802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2" name="Picture Placeholder 4">
            <a:extLst>
              <a:ext uri="{FF2B5EF4-FFF2-40B4-BE49-F238E27FC236}">
                <a16:creationId xmlns:a16="http://schemas.microsoft.com/office/drawing/2014/main" id="{9B830282-AF2F-FD46-8648-A1546D30A4B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71666" y="1431604"/>
            <a:ext cx="1716857" cy="123802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3" name="Picture Placeholder 4">
            <a:extLst>
              <a:ext uri="{FF2B5EF4-FFF2-40B4-BE49-F238E27FC236}">
                <a16:creationId xmlns:a16="http://schemas.microsoft.com/office/drawing/2014/main" id="{18BE9C8C-2210-D440-B2FD-E5E966DBA53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371666" y="2808459"/>
            <a:ext cx="1716857" cy="123802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4" name="Picture Placeholder 4">
            <a:extLst>
              <a:ext uri="{FF2B5EF4-FFF2-40B4-BE49-F238E27FC236}">
                <a16:creationId xmlns:a16="http://schemas.microsoft.com/office/drawing/2014/main" id="{93FE9E98-A724-E342-88B6-2EE9A9970DF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371666" y="4185314"/>
            <a:ext cx="1716857" cy="123802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2FEB9B43-DCA6-DC4D-B925-88437949ACC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200465" y="1431604"/>
            <a:ext cx="1716857" cy="123802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6" name="Picture Placeholder 4">
            <a:extLst>
              <a:ext uri="{FF2B5EF4-FFF2-40B4-BE49-F238E27FC236}">
                <a16:creationId xmlns:a16="http://schemas.microsoft.com/office/drawing/2014/main" id="{8DBFD540-E018-3D4D-86E5-5E6E95B49B3F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00465" y="2808459"/>
            <a:ext cx="1716857" cy="123802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30E1A02C-3AA0-B84B-9A44-5D3C7EDA1E7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200465" y="4185314"/>
            <a:ext cx="1716857" cy="123802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D0209CE5-DB2A-8547-920E-E9802CD9DDAA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029264" y="1431604"/>
            <a:ext cx="1716857" cy="123802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0DF59C60-6F2D-F243-9CD7-C0691AE2D48B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029264" y="2808459"/>
            <a:ext cx="1716857" cy="123802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929C3AA5-DE5E-4B42-B496-91CA7B1DBBB3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029264" y="4185314"/>
            <a:ext cx="1716857" cy="123802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41" name="Picture Placeholder 4">
            <a:extLst>
              <a:ext uri="{FF2B5EF4-FFF2-40B4-BE49-F238E27FC236}">
                <a16:creationId xmlns:a16="http://schemas.microsoft.com/office/drawing/2014/main" id="{DBE454E2-9CD5-C247-BA0A-8CF7435A9914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7858063" y="1431604"/>
            <a:ext cx="1716857" cy="123802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42" name="Picture Placeholder 4">
            <a:extLst>
              <a:ext uri="{FF2B5EF4-FFF2-40B4-BE49-F238E27FC236}">
                <a16:creationId xmlns:a16="http://schemas.microsoft.com/office/drawing/2014/main" id="{6CA50E89-6C8C-CB4A-8189-55965D8A345A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858063" y="2808459"/>
            <a:ext cx="1716857" cy="123802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43" name="Picture Placeholder 4">
            <a:extLst>
              <a:ext uri="{FF2B5EF4-FFF2-40B4-BE49-F238E27FC236}">
                <a16:creationId xmlns:a16="http://schemas.microsoft.com/office/drawing/2014/main" id="{1177DD33-BDC4-3747-831E-D38E81B464A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858063" y="4185314"/>
            <a:ext cx="1716857" cy="123802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7FAE6BB6-A19E-2A4D-8001-A96591D4FAAD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686862" y="1431604"/>
            <a:ext cx="1716857" cy="123802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45" name="Picture Placeholder 4">
            <a:extLst>
              <a:ext uri="{FF2B5EF4-FFF2-40B4-BE49-F238E27FC236}">
                <a16:creationId xmlns:a16="http://schemas.microsoft.com/office/drawing/2014/main" id="{EC273F28-77DA-8442-955F-D66F6098CC4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9686862" y="2808459"/>
            <a:ext cx="1716857" cy="123802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46" name="Picture Placeholder 4">
            <a:extLst>
              <a:ext uri="{FF2B5EF4-FFF2-40B4-BE49-F238E27FC236}">
                <a16:creationId xmlns:a16="http://schemas.microsoft.com/office/drawing/2014/main" id="{A2D73969-FBFF-2449-83DB-69D8C23983E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686862" y="4185314"/>
            <a:ext cx="1716857" cy="123802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41335645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3CD58A65-EAFB-D340-80EE-E842D975B1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39400" y="5105400"/>
            <a:ext cx="175260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247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image" Target="../media/image3.jpeg"/><Relationship Id="rId2" Type="http://schemas.openxmlformats.org/officeDocument/2006/relationships/slideLayout" Target="../slideLayouts/slideLayout15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0210B7-A123-F8C1-D9A0-59F30DAFC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BF922-DC76-0D96-7435-0DFFF453C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191EE9-5903-3745-CC24-FB1935DD2A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B3DEC1-74EF-4EB6-A43D-39730B8C3EF5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ECB05-1754-E7A3-96E8-708884DE43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84DEF-60B8-29B4-F670-7690FCB5DC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011FDA-6C26-46CC-B043-5F986F5648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6601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24B85B9F-A08D-1647-8DA2-40C0B3D86230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C16140-6775-D947-85BC-04A3DB620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560" y="365125"/>
            <a:ext cx="11140440" cy="1325563"/>
          </a:xfrm>
          <a:prstGeom prst="rect">
            <a:avLst/>
          </a:prstGeom>
        </p:spPr>
        <p:txBody>
          <a:bodyPr vert="horz" lIns="0" tIns="45720" rIns="9000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F37E1-1128-FB4E-BFD2-5D949D0DA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3560" y="1825625"/>
            <a:ext cx="11140440" cy="4351338"/>
          </a:xfrm>
          <a:prstGeom prst="rect">
            <a:avLst/>
          </a:prstGeom>
        </p:spPr>
        <p:txBody>
          <a:bodyPr vert="horz" lIns="0" tIns="45720" rIns="9000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D82CEB40-CF93-3B45-B1CF-4BA757360D19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0439400" y="5105400"/>
            <a:ext cx="1752600" cy="17526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89A9E-9687-5E40-9856-7783EE733D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23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3A9C81-453D-1D40-A17B-5BAC594F712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590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kern="1200">
          <a:solidFill>
            <a:srgbClr val="3D476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System Font Regular"/>
        <a:buChar char="▸"/>
        <a:defRPr sz="2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▸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▸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▸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▸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25451483-8D7C-5343-AC73-67C6E4A0C6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4150" y="2233167"/>
            <a:ext cx="7055725" cy="3130593"/>
          </a:xfrm>
        </p:spPr>
        <p:txBody>
          <a:bodyPr anchor="t"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GB" sz="2400" dirty="0">
                <a:latin typeface="Raleway" panose="020B0503030101060003" pitchFamily="34" charset="0"/>
              </a:rPr>
              <a:t>Fundamentals of AI in Manufacturing (FAIM)</a:t>
            </a:r>
            <a:br>
              <a:rPr lang="en-GB" sz="2400" dirty="0">
                <a:latin typeface="Raleway" panose="020B0503030101060003" pitchFamily="34" charset="0"/>
              </a:rPr>
            </a:br>
            <a:r>
              <a:rPr lang="en-GB" sz="2000" dirty="0">
                <a:solidFill>
                  <a:srgbClr val="7030A0"/>
                </a:solidFill>
                <a:latin typeface="Raleway" panose="020B0503030101060003" pitchFamily="34" charset="0"/>
              </a:rPr>
              <a:t>Digitization and Encodings</a:t>
            </a:r>
            <a:br>
              <a:rPr lang="en-GB" dirty="0">
                <a:latin typeface="Raleway" panose="020B0503030101060003" pitchFamily="34" charset="0"/>
              </a:rPr>
            </a:br>
            <a:br>
              <a:rPr lang="en-GB" dirty="0">
                <a:latin typeface="Raleway" panose="020B0503030101060003" pitchFamily="34" charset="0"/>
              </a:rPr>
            </a:br>
            <a:r>
              <a:rPr lang="en-GB" sz="2200" dirty="0">
                <a:latin typeface="Raleway" panose="020B0503030101060003" pitchFamily="34" charset="0"/>
              </a:rPr>
              <a:t>Lecturers:</a:t>
            </a:r>
            <a:br>
              <a:rPr lang="en-GB" dirty="0">
                <a:latin typeface="Raleway" panose="020B0503030101060003" pitchFamily="34" charset="0"/>
              </a:rPr>
            </a:br>
            <a:r>
              <a:rPr lang="en-GB" sz="1800" dirty="0">
                <a:solidFill>
                  <a:srgbClr val="D83569"/>
                </a:solidFill>
                <a:latin typeface="Raleway" panose="020B0503030101060003" pitchFamily="34" charset="0"/>
              </a:rPr>
              <a:t>Abhilash Puthanveettil Madathil, PhD </a:t>
            </a:r>
            <a:br>
              <a:rPr lang="en-GB" sz="1800" dirty="0">
                <a:solidFill>
                  <a:srgbClr val="D83569"/>
                </a:solidFill>
                <a:latin typeface="Raleway" panose="020B0503030101060003" pitchFamily="34" charset="0"/>
              </a:rPr>
            </a:br>
            <a:r>
              <a:rPr lang="en-GB" sz="1800" dirty="0">
                <a:solidFill>
                  <a:srgbClr val="D83569"/>
                </a:solidFill>
                <a:latin typeface="Raleway" panose="020B0503030101060003" pitchFamily="34" charset="0"/>
              </a:rPr>
              <a:t>Olga Bylya, PhD</a:t>
            </a:r>
            <a:br>
              <a:rPr lang="en-GB" sz="1800" dirty="0">
                <a:solidFill>
                  <a:srgbClr val="D83569"/>
                </a:solidFill>
                <a:latin typeface="Raleway" panose="020B0503030101060003" pitchFamily="34" charset="0"/>
              </a:rPr>
            </a:br>
            <a:br>
              <a:rPr lang="en-GB" sz="1800" dirty="0">
                <a:solidFill>
                  <a:srgbClr val="D83569"/>
                </a:solidFill>
                <a:latin typeface="Raleway" panose="020B0503030101060003" pitchFamily="34" charset="0"/>
              </a:rPr>
            </a:br>
            <a:r>
              <a:rPr lang="en-GB" sz="1800" dirty="0">
                <a:solidFill>
                  <a:schemeClr val="bg1">
                    <a:lumMod val="50000"/>
                  </a:schemeClr>
                </a:solidFill>
                <a:latin typeface="Raleway" panose="020B0503030101060003" pitchFamily="34" charset="0"/>
              </a:rPr>
              <a:t>Applied Industrial Intelligence (AI</a:t>
            </a:r>
            <a:r>
              <a:rPr lang="en-GB" sz="1800" baseline="30000" dirty="0">
                <a:solidFill>
                  <a:schemeClr val="bg1">
                    <a:lumMod val="50000"/>
                  </a:schemeClr>
                </a:solidFill>
                <a:latin typeface="Raleway" panose="020B0503030101060003" pitchFamily="34" charset="0"/>
              </a:rPr>
              <a:t>2</a:t>
            </a:r>
            <a:r>
              <a:rPr lang="en-GB" sz="1800" dirty="0">
                <a:solidFill>
                  <a:schemeClr val="bg1">
                    <a:lumMod val="50000"/>
                  </a:schemeClr>
                </a:solidFill>
                <a:latin typeface="Raleway" panose="020B0503030101060003" pitchFamily="34" charset="0"/>
              </a:rPr>
              <a:t>)</a:t>
            </a:r>
            <a:br>
              <a:rPr lang="en-GB" sz="1800" dirty="0">
                <a:solidFill>
                  <a:schemeClr val="bg1">
                    <a:lumMod val="50000"/>
                  </a:schemeClr>
                </a:solidFill>
                <a:latin typeface="Raleway" panose="020B0503030101060003" pitchFamily="34" charset="0"/>
              </a:rPr>
            </a:br>
            <a:r>
              <a:rPr lang="en-GB" sz="1800" dirty="0">
                <a:solidFill>
                  <a:schemeClr val="bg1">
                    <a:lumMod val="50000"/>
                  </a:schemeClr>
                </a:solidFill>
                <a:latin typeface="Raleway" panose="020B0503030101060003" pitchFamily="34" charset="0"/>
              </a:rPr>
              <a:t>NMIS</a:t>
            </a:r>
            <a:br>
              <a:rPr lang="en-GB" sz="1800" dirty="0">
                <a:solidFill>
                  <a:schemeClr val="bg1">
                    <a:lumMod val="50000"/>
                  </a:schemeClr>
                </a:solidFill>
                <a:latin typeface="Raleway" panose="020B0503030101060003" pitchFamily="34" charset="0"/>
              </a:rPr>
            </a:br>
            <a:br>
              <a:rPr lang="en-GB" sz="1600" dirty="0">
                <a:solidFill>
                  <a:schemeClr val="bg1">
                    <a:lumMod val="50000"/>
                  </a:schemeClr>
                </a:solidFill>
                <a:latin typeface="Raleway" panose="020B0503030101060003" pitchFamily="34" charset="0"/>
              </a:rPr>
            </a:br>
            <a:br>
              <a:rPr lang="en-GB" sz="1800" dirty="0">
                <a:solidFill>
                  <a:srgbClr val="D83569"/>
                </a:solidFill>
                <a:latin typeface="Raleway" panose="020B0503030101060003" pitchFamily="34" charset="0"/>
              </a:rPr>
            </a:br>
            <a:endParaRPr lang="en-US" sz="2700" dirty="0">
              <a:solidFill>
                <a:srgbClr val="6F3F81"/>
              </a:solidFill>
              <a:latin typeface="Raleway" panose="020B0503030101060003" pitchFamily="34" charset="0"/>
            </a:endParaRPr>
          </a:p>
        </p:txBody>
      </p:sp>
      <p:pic>
        <p:nvPicPr>
          <p:cNvPr id="2" name="Picture Placeholder 1"/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3" r="1158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907673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CA369-9724-D960-F4D0-4ADCB1896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6A08D-FA74-AA14-41A1-8217F362A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708" y="1585927"/>
            <a:ext cx="11085732" cy="3909351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GB" dirty="0"/>
              <a:t>Encoding techniques</a:t>
            </a:r>
          </a:p>
          <a:p>
            <a:pPr>
              <a:lnSpc>
                <a:spcPct val="200000"/>
              </a:lnSpc>
            </a:pPr>
            <a:r>
              <a:rPr lang="en-GB" dirty="0"/>
              <a:t>Digitization + regression</a:t>
            </a:r>
          </a:p>
          <a:p>
            <a:pPr marL="0" indent="0">
              <a:lnSpc>
                <a:spcPct val="200000"/>
              </a:lnSpc>
              <a:buNone/>
            </a:pPr>
            <a:endParaRPr lang="en-GB" dirty="0"/>
          </a:p>
          <a:p>
            <a:pPr marL="0" indent="0">
              <a:lnSpc>
                <a:spcPct val="20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6092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64AC1-C5E7-C9E1-54F5-F55EDF84F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E5898-7FCC-224E-0A05-F563F0E2D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135" y="1902040"/>
            <a:ext cx="5722160" cy="4010025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dirty="0"/>
              <a:t>Process of transforming raw data into a numerical format that machine learning models can understand and process. This involves converting various data types, such as text, images, and categorical variables, into numerical representations like vectors</a:t>
            </a:r>
          </a:p>
        </p:txBody>
      </p:sp>
      <p:pic>
        <p:nvPicPr>
          <p:cNvPr id="7" name="Picture 6" descr="A diagram of a cat and dog&#10;&#10;AI-generated content may be incorrect.">
            <a:extLst>
              <a:ext uri="{FF2B5EF4-FFF2-40B4-BE49-F238E27FC236}">
                <a16:creationId xmlns:a16="http://schemas.microsoft.com/office/drawing/2014/main" id="{A53534A3-CA1E-51B7-3D66-4818C2287D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5" t="10759" r="8564" b="5999"/>
          <a:stretch>
            <a:fillRect/>
          </a:stretch>
        </p:blipFill>
        <p:spPr>
          <a:xfrm>
            <a:off x="6503260" y="1690688"/>
            <a:ext cx="5366186" cy="3715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131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FBA7E-9396-7318-7113-A2871F9A1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560" y="365125"/>
            <a:ext cx="11085732" cy="771217"/>
          </a:xfrm>
        </p:spPr>
        <p:txBody>
          <a:bodyPr/>
          <a:lstStyle/>
          <a:p>
            <a:r>
              <a:rPr lang="en-GB" dirty="0"/>
              <a:t>Common Encoding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07F36-9FDB-C667-E00B-99B3731BC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560" y="1292963"/>
            <a:ext cx="11085732" cy="4291091"/>
          </a:xfrm>
        </p:spPr>
        <p:txBody>
          <a:bodyPr>
            <a:normAutofit fontScale="92500" lnSpcReduction="10000"/>
          </a:bodyPr>
          <a:lstStyle/>
          <a:p>
            <a:pPr marL="360000" indent="-3600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800" b="1" dirty="0"/>
              <a:t>One-Hot Encoding: </a:t>
            </a:r>
            <a:r>
              <a:rPr lang="en-GB" sz="1800" dirty="0"/>
              <a:t>Converts each category in a nominal feature (like "colour") into a new binary (0 or 1) column. This is useful for data without an inherent order, such as a "city" column. </a:t>
            </a:r>
          </a:p>
          <a:p>
            <a:pPr marL="360000" indent="-3600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800" b="1" dirty="0"/>
              <a:t>Frequency Encoding: </a:t>
            </a:r>
            <a:r>
              <a:rPr lang="en-GB" sz="1800" dirty="0"/>
              <a:t>Replaces categorical values with their frequency or count of occurrences in the dataset, transforming them into a numerical format that machine learning models can process</a:t>
            </a:r>
          </a:p>
          <a:p>
            <a:pPr marL="360000" indent="-3600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800" b="1" dirty="0"/>
              <a:t>Ordinal Encoding: </a:t>
            </a:r>
            <a:r>
              <a:rPr lang="en-GB" sz="1800" dirty="0"/>
              <a:t>Assigns a unique integer to each category in an ordered feature (like "low," "medium," "high"), maintaining the inherent order. </a:t>
            </a:r>
          </a:p>
          <a:p>
            <a:pPr marL="360000" indent="-3600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800" b="1" dirty="0"/>
              <a:t>Target/mean Encoding: </a:t>
            </a:r>
            <a:r>
              <a:rPr lang="en-GB" sz="1800" dirty="0"/>
              <a:t>Replaces categories with the average target value of that category, which is helpful for high-cardinality features (features with many unique values). </a:t>
            </a:r>
          </a:p>
          <a:p>
            <a:pPr marL="360000" indent="-3600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800" b="1" dirty="0"/>
              <a:t>Embeddings: </a:t>
            </a:r>
            <a:r>
              <a:rPr lang="en-GB" sz="1800" dirty="0"/>
              <a:t>For text data, these techniques, like Word2Vec or BERT, capture deeper semantic relationships between words, representing them as numerical vectors in a multi-dimensional space. </a:t>
            </a:r>
          </a:p>
          <a:p>
            <a:pPr>
              <a:lnSpc>
                <a:spcPct val="150000"/>
              </a:lnSpc>
            </a:pP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2686361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D48A5-0B43-ED47-4848-795DC73D4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One hot encoding</a:t>
            </a:r>
          </a:p>
        </p:txBody>
      </p:sp>
      <p:pic>
        <p:nvPicPr>
          <p:cNvPr id="9" name="Content Placeholder 8" descr="A table with numbers and a line&#10;&#10;AI-generated content may be incorrect.">
            <a:extLst>
              <a:ext uri="{FF2B5EF4-FFF2-40B4-BE49-F238E27FC236}">
                <a16:creationId xmlns:a16="http://schemas.microsoft.com/office/drawing/2014/main" id="{74594F1A-A208-6487-6EA8-C66DBF86D7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708" y="1807204"/>
            <a:ext cx="7292135" cy="3385635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B83340E-CA30-211D-C376-5AA9233520B7}"/>
              </a:ext>
            </a:extLst>
          </p:cNvPr>
          <p:cNvSpPr txBox="1"/>
          <p:nvPr/>
        </p:nvSpPr>
        <p:spPr>
          <a:xfrm>
            <a:off x="4021583" y="5415379"/>
            <a:ext cx="59322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Team column has 3 categories: A, B or C</a:t>
            </a:r>
          </a:p>
          <a:p>
            <a:endParaRPr lang="en-GB" dirty="0"/>
          </a:p>
          <a:p>
            <a:r>
              <a:rPr lang="en-GB" dirty="0"/>
              <a:t>Column Team </a:t>
            </a:r>
            <a:r>
              <a:rPr lang="en-GB" dirty="0">
                <a:sym typeface="Wingdings" panose="05000000000000000000" pitchFamily="2" charset="2"/>
              </a:rPr>
              <a:t> 3 columns ???</a:t>
            </a:r>
          </a:p>
          <a:p>
            <a:r>
              <a:rPr lang="en-GB" dirty="0">
                <a:sym typeface="Wingdings" panose="05000000000000000000" pitchFamily="2" charset="2"/>
              </a:rPr>
              <a:t> </a:t>
            </a:r>
            <a:endParaRPr lang="en-GB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AE44F43-0648-A2A5-C08B-2854C4783A21}"/>
              </a:ext>
            </a:extLst>
          </p:cNvPr>
          <p:cNvGrpSpPr/>
          <p:nvPr/>
        </p:nvGrpSpPr>
        <p:grpSpPr>
          <a:xfrm>
            <a:off x="8220722" y="1540873"/>
            <a:ext cx="745725" cy="4629107"/>
            <a:chOff x="8220722" y="1540873"/>
            <a:chExt cx="745725" cy="4629107"/>
          </a:xfrm>
        </p:grpSpPr>
        <p:sp>
          <p:nvSpPr>
            <p:cNvPr id="11" name="Multiplication Sign 10">
              <a:extLst>
                <a:ext uri="{FF2B5EF4-FFF2-40B4-BE49-F238E27FC236}">
                  <a16:creationId xmlns:a16="http://schemas.microsoft.com/office/drawing/2014/main" id="{AAB01562-D5BC-594C-2633-24DF353900DC}"/>
                </a:ext>
              </a:extLst>
            </p:cNvPr>
            <p:cNvSpPr/>
            <p:nvPr/>
          </p:nvSpPr>
          <p:spPr>
            <a:xfrm>
              <a:off x="8380520" y="1540873"/>
              <a:ext cx="372863" cy="4629107"/>
            </a:xfrm>
            <a:prstGeom prst="mathMultiply">
              <a:avLst/>
            </a:prstGeom>
            <a:solidFill>
              <a:srgbClr val="D835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7B6F32C-2C62-0F17-9880-9C78B92F0AB2}"/>
                </a:ext>
              </a:extLst>
            </p:cNvPr>
            <p:cNvCxnSpPr/>
            <p:nvPr/>
          </p:nvCxnSpPr>
          <p:spPr>
            <a:xfrm>
              <a:off x="8220722" y="2370338"/>
              <a:ext cx="745725" cy="0"/>
            </a:xfrm>
            <a:prstGeom prst="line">
              <a:avLst/>
            </a:prstGeom>
            <a:ln w="76200">
              <a:solidFill>
                <a:srgbClr val="D8356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26469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2DEE3-44BC-87C6-80C5-0E294371D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Frequency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A58FF-2093-F6BD-C8A1-9EB4C36051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559" y="1825624"/>
            <a:ext cx="4498957" cy="449897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1800" dirty="0"/>
              <a:t>Frequency encoding (or count encoding) is a simple categorical encoding technique where each category is replaced by its frequency of occurrence in the dataset. </a:t>
            </a:r>
          </a:p>
          <a:p>
            <a:pPr>
              <a:lnSpc>
                <a:spcPct val="150000"/>
              </a:lnSpc>
            </a:pPr>
            <a:r>
              <a:rPr lang="en-GB" sz="1800" dirty="0"/>
              <a:t>More frequent categories receive higher values and vice versa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E68015E-7312-CCF7-1BF1-2435EEBE80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977132"/>
              </p:ext>
            </p:extLst>
          </p:nvPr>
        </p:nvGraphicFramePr>
        <p:xfrm>
          <a:off x="5155360" y="2080101"/>
          <a:ext cx="2349232" cy="256032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284605">
                  <a:extLst>
                    <a:ext uri="{9D8B030D-6E8A-4147-A177-3AD203B41FA5}">
                      <a16:colId xmlns:a16="http://schemas.microsoft.com/office/drawing/2014/main" val="1611314932"/>
                    </a:ext>
                  </a:extLst>
                </a:gridCol>
                <a:gridCol w="1064627">
                  <a:extLst>
                    <a:ext uri="{9D8B030D-6E8A-4147-A177-3AD203B41FA5}">
                      <a16:colId xmlns:a16="http://schemas.microsoft.com/office/drawing/2014/main" val="257967269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b="1" dirty="0"/>
                        <a:t>Customer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City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42907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/>
                        <a:t>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London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16280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/>
                        <a:t>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Paris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73252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/>
                        <a:t>C3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London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240379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/>
                        <a:t>C4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Berlin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632864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/>
                        <a:t>C5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London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66439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/>
                        <a:t>C6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Paris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219923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38714CA-7374-B1ED-2FA2-2101AA0817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7404653"/>
              </p:ext>
            </p:extLst>
          </p:nvPr>
        </p:nvGraphicFramePr>
        <p:xfrm>
          <a:off x="6818406" y="5149557"/>
          <a:ext cx="2391463" cy="146304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003670">
                  <a:extLst>
                    <a:ext uri="{9D8B030D-6E8A-4147-A177-3AD203B41FA5}">
                      <a16:colId xmlns:a16="http://schemas.microsoft.com/office/drawing/2014/main" val="1609444397"/>
                    </a:ext>
                  </a:extLst>
                </a:gridCol>
                <a:gridCol w="1387793">
                  <a:extLst>
                    <a:ext uri="{9D8B030D-6E8A-4147-A177-3AD203B41FA5}">
                      <a16:colId xmlns:a16="http://schemas.microsoft.com/office/drawing/2014/main" val="376783675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Frequency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297876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London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169488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Paris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734842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Berlin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447103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5F64EC2-F749-91E1-6550-0E217856DB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0101212"/>
              </p:ext>
            </p:extLst>
          </p:nvPr>
        </p:nvGraphicFramePr>
        <p:xfrm>
          <a:off x="8441264" y="2080101"/>
          <a:ext cx="2542223" cy="256032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284605">
                  <a:extLst>
                    <a:ext uri="{9D8B030D-6E8A-4147-A177-3AD203B41FA5}">
                      <a16:colId xmlns:a16="http://schemas.microsoft.com/office/drawing/2014/main" val="3540266490"/>
                    </a:ext>
                  </a:extLst>
                </a:gridCol>
                <a:gridCol w="1257618">
                  <a:extLst>
                    <a:ext uri="{9D8B030D-6E8A-4147-A177-3AD203B41FA5}">
                      <a16:colId xmlns:a16="http://schemas.microsoft.com/office/drawing/2014/main" val="105371737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b="1" dirty="0"/>
                        <a:t>Customer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 err="1"/>
                        <a:t>City_Freq</a:t>
                      </a:r>
                      <a:endParaRPr lang="en-GB" sz="1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031116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/>
                        <a:t>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14866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/>
                        <a:t>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92231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/>
                        <a:t>C3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56046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/>
                        <a:t>C4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999389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/>
                        <a:t>C5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160364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/>
                        <a:t>C6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810018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EFBA71C-306E-6B58-A5D1-709E2F4F582C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6329976" y="4640421"/>
            <a:ext cx="1684161" cy="509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D67C3FE-ABDE-CCC6-BBAA-6318AD5AA85E}"/>
              </a:ext>
            </a:extLst>
          </p:cNvPr>
          <p:cNvCxnSpPr>
            <a:cxnSpLocks/>
            <a:stCxn id="5" idx="0"/>
            <a:endCxn id="6" idx="2"/>
          </p:cNvCxnSpPr>
          <p:nvPr/>
        </p:nvCxnSpPr>
        <p:spPr>
          <a:xfrm flipV="1">
            <a:off x="8014137" y="4640421"/>
            <a:ext cx="1698238" cy="509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122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56665-CF83-99BF-8A00-0F1CB7BA4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Ordeal encoding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1EFBAE-3053-CC2A-E3CF-4BD89B14CE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95"/>
          <a:stretch>
            <a:fillRect/>
          </a:stretch>
        </p:blipFill>
        <p:spPr>
          <a:xfrm>
            <a:off x="6324474" y="1569412"/>
            <a:ext cx="3629025" cy="2406366"/>
          </a:xfrm>
        </p:spPr>
      </p:pic>
      <p:pic>
        <p:nvPicPr>
          <p:cNvPr id="7" name="Picture 6" descr="A diagram of a number of numbers&#10;&#10;AI-generated content may be incorrect.">
            <a:extLst>
              <a:ext uri="{FF2B5EF4-FFF2-40B4-BE49-F238E27FC236}">
                <a16:creationId xmlns:a16="http://schemas.microsoft.com/office/drawing/2014/main" id="{919928E9-385D-2AEF-9CFB-7F1D5CF172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79" t="7048" r="3596" b="13582"/>
          <a:stretch>
            <a:fillRect/>
          </a:stretch>
        </p:blipFill>
        <p:spPr>
          <a:xfrm>
            <a:off x="994299" y="2443430"/>
            <a:ext cx="3808522" cy="1660125"/>
          </a:xfrm>
          <a:prstGeom prst="rect">
            <a:avLst/>
          </a:prstGeom>
        </p:spPr>
      </p:pic>
      <p:pic>
        <p:nvPicPr>
          <p:cNvPr id="9" name="Picture 8" descr="A black arrow pointing to a rectangular object&#10;&#10;AI-generated content may be incorrect.">
            <a:extLst>
              <a:ext uri="{FF2B5EF4-FFF2-40B4-BE49-F238E27FC236}">
                <a16:creationId xmlns:a16="http://schemas.microsoft.com/office/drawing/2014/main" id="{97E05849-D93B-1E86-FCCB-3AF3A0257B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1736" y="4464050"/>
            <a:ext cx="3629025" cy="202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02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54693-E6CE-3C9E-9CBA-ACCB9165F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Mean Encoding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7ABF253-AD94-70F3-B581-242BBAFD8E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2055195"/>
              </p:ext>
            </p:extLst>
          </p:nvPr>
        </p:nvGraphicFramePr>
        <p:xfrm>
          <a:off x="1075585" y="1783120"/>
          <a:ext cx="3318861" cy="34905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106287">
                  <a:extLst>
                    <a:ext uri="{9D8B030D-6E8A-4147-A177-3AD203B41FA5}">
                      <a16:colId xmlns:a16="http://schemas.microsoft.com/office/drawing/2014/main" val="61888122"/>
                    </a:ext>
                  </a:extLst>
                </a:gridCol>
                <a:gridCol w="1106287">
                  <a:extLst>
                    <a:ext uri="{9D8B030D-6E8A-4147-A177-3AD203B41FA5}">
                      <a16:colId xmlns:a16="http://schemas.microsoft.com/office/drawing/2014/main" val="3179483980"/>
                    </a:ext>
                  </a:extLst>
                </a:gridCol>
                <a:gridCol w="1106287">
                  <a:extLst>
                    <a:ext uri="{9D8B030D-6E8A-4147-A177-3AD203B41FA5}">
                      <a16:colId xmlns:a16="http://schemas.microsoft.com/office/drawing/2014/main" val="881197211"/>
                    </a:ext>
                  </a:extLst>
                </a:gridCol>
              </a:tblGrid>
              <a:tr h="3639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 err="1">
                          <a:solidFill>
                            <a:schemeClr val="bg1"/>
                          </a:solidFill>
                        </a:rPr>
                        <a:t>House_ID</a:t>
                      </a:r>
                      <a:endParaRPr lang="en-GB" sz="1600" dirty="0">
                        <a:solidFill>
                          <a:schemeClr val="bg1"/>
                        </a:solidFill>
                      </a:endParaRPr>
                    </a:p>
                  </a:txBody>
                  <a:tcPr marL="90997" marR="90997" marT="45498" marB="4549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>
                          <a:solidFill>
                            <a:schemeClr val="bg1"/>
                          </a:solidFill>
                        </a:rPr>
                        <a:t>Neighborhood</a:t>
                      </a:r>
                    </a:p>
                  </a:txBody>
                  <a:tcPr marL="90997" marR="90997" marT="45498" marB="4549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>
                          <a:solidFill>
                            <a:schemeClr val="bg1"/>
                          </a:solidFill>
                        </a:rPr>
                        <a:t>Price ($1000s)</a:t>
                      </a:r>
                    </a:p>
                  </a:txBody>
                  <a:tcPr marL="90997" marR="90997" marT="45498" marB="45498" anchor="ctr"/>
                </a:tc>
                <a:extLst>
                  <a:ext uri="{0D108BD9-81ED-4DB2-BD59-A6C34878D82A}">
                    <a16:rowId xmlns:a16="http://schemas.microsoft.com/office/drawing/2014/main" val="3534440963"/>
                  </a:ext>
                </a:extLst>
              </a:tr>
              <a:tr h="3639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90997" marR="90997" marT="45498" marB="4549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marL="90997" marR="90997" marT="45498" marB="4549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>
                          <a:solidFill>
                            <a:schemeClr val="bg1"/>
                          </a:solidFill>
                        </a:rPr>
                        <a:t>250</a:t>
                      </a:r>
                    </a:p>
                  </a:txBody>
                  <a:tcPr marL="90997" marR="90997" marT="45498" marB="45498" anchor="ctr"/>
                </a:tc>
                <a:extLst>
                  <a:ext uri="{0D108BD9-81ED-4DB2-BD59-A6C34878D82A}">
                    <a16:rowId xmlns:a16="http://schemas.microsoft.com/office/drawing/2014/main" val="848686167"/>
                  </a:ext>
                </a:extLst>
              </a:tr>
              <a:tr h="3639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90997" marR="90997" marT="45498" marB="4549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 marL="90997" marR="90997" marT="45498" marB="4549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>
                          <a:solidFill>
                            <a:schemeClr val="bg1"/>
                          </a:solidFill>
                        </a:rPr>
                        <a:t>180</a:t>
                      </a:r>
                    </a:p>
                  </a:txBody>
                  <a:tcPr marL="90997" marR="90997" marT="45498" marB="45498" anchor="ctr"/>
                </a:tc>
                <a:extLst>
                  <a:ext uri="{0D108BD9-81ED-4DB2-BD59-A6C34878D82A}">
                    <a16:rowId xmlns:a16="http://schemas.microsoft.com/office/drawing/2014/main" val="2058769238"/>
                  </a:ext>
                </a:extLst>
              </a:tr>
              <a:tr h="3639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90997" marR="90997" marT="45498" marB="4549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marL="90997" marR="90997" marT="45498" marB="4549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>
                          <a:solidFill>
                            <a:schemeClr val="bg1"/>
                          </a:solidFill>
                        </a:rPr>
                        <a:t>210</a:t>
                      </a:r>
                    </a:p>
                  </a:txBody>
                  <a:tcPr marL="90997" marR="90997" marT="45498" marB="45498" anchor="ctr"/>
                </a:tc>
                <a:extLst>
                  <a:ext uri="{0D108BD9-81ED-4DB2-BD59-A6C34878D82A}">
                    <a16:rowId xmlns:a16="http://schemas.microsoft.com/office/drawing/2014/main" val="2303779609"/>
                  </a:ext>
                </a:extLst>
              </a:tr>
              <a:tr h="3639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90997" marR="90997" marT="45498" marB="4549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marL="90997" marR="90997" marT="45498" marB="4549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>
                          <a:solidFill>
                            <a:schemeClr val="bg1"/>
                          </a:solidFill>
                        </a:rPr>
                        <a:t>270</a:t>
                      </a:r>
                    </a:p>
                  </a:txBody>
                  <a:tcPr marL="90997" marR="90997" marT="45498" marB="45498" anchor="ctr"/>
                </a:tc>
                <a:extLst>
                  <a:ext uri="{0D108BD9-81ED-4DB2-BD59-A6C34878D82A}">
                    <a16:rowId xmlns:a16="http://schemas.microsoft.com/office/drawing/2014/main" val="2885692614"/>
                  </a:ext>
                </a:extLst>
              </a:tr>
              <a:tr h="3639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marL="90997" marR="90997" marT="45498" marB="4549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 marL="90997" marR="90997" marT="45498" marB="4549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>
                          <a:solidFill>
                            <a:schemeClr val="bg1"/>
                          </a:solidFill>
                        </a:rPr>
                        <a:t>190</a:t>
                      </a:r>
                    </a:p>
                  </a:txBody>
                  <a:tcPr marL="90997" marR="90997" marT="45498" marB="45498" anchor="ctr"/>
                </a:tc>
                <a:extLst>
                  <a:ext uri="{0D108BD9-81ED-4DB2-BD59-A6C34878D82A}">
                    <a16:rowId xmlns:a16="http://schemas.microsoft.com/office/drawing/2014/main" val="1446236924"/>
                  </a:ext>
                </a:extLst>
              </a:tr>
              <a:tr h="3639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marL="90997" marR="90997" marT="45498" marB="4549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marL="90997" marR="90997" marT="45498" marB="4549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>
                          <a:solidFill>
                            <a:schemeClr val="bg1"/>
                          </a:solidFill>
                        </a:rPr>
                        <a:t>230</a:t>
                      </a:r>
                    </a:p>
                  </a:txBody>
                  <a:tcPr marL="90997" marR="90997" marT="45498" marB="45498" anchor="ctr"/>
                </a:tc>
                <a:extLst>
                  <a:ext uri="{0D108BD9-81ED-4DB2-BD59-A6C34878D82A}">
                    <a16:rowId xmlns:a16="http://schemas.microsoft.com/office/drawing/2014/main" val="1209966134"/>
                  </a:ext>
                </a:extLst>
              </a:tr>
              <a:tr h="3639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marL="90997" marR="90997" marT="45498" marB="4549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marL="90997" marR="90997" marT="45498" marB="4549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>
                          <a:solidFill>
                            <a:schemeClr val="bg1"/>
                          </a:solidFill>
                        </a:rPr>
                        <a:t>260</a:t>
                      </a:r>
                    </a:p>
                  </a:txBody>
                  <a:tcPr marL="90997" marR="90997" marT="45498" marB="45498" anchor="ctr"/>
                </a:tc>
                <a:extLst>
                  <a:ext uri="{0D108BD9-81ED-4DB2-BD59-A6C34878D82A}">
                    <a16:rowId xmlns:a16="http://schemas.microsoft.com/office/drawing/2014/main" val="4155343871"/>
                  </a:ext>
                </a:extLst>
              </a:tr>
              <a:tr h="3639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 marL="90997" marR="90997" marT="45498" marB="4549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marL="90997" marR="90997" marT="45498" marB="4549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>
                          <a:solidFill>
                            <a:schemeClr val="bg1"/>
                          </a:solidFill>
                        </a:rPr>
                        <a:t>200</a:t>
                      </a:r>
                    </a:p>
                  </a:txBody>
                  <a:tcPr marL="90997" marR="90997" marT="45498" marB="45498" anchor="ctr"/>
                </a:tc>
                <a:extLst>
                  <a:ext uri="{0D108BD9-81ED-4DB2-BD59-A6C34878D82A}">
                    <a16:rowId xmlns:a16="http://schemas.microsoft.com/office/drawing/2014/main" val="216164278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F8326E7-35D2-9F25-680A-074D94B0D1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934575"/>
              </p:ext>
            </p:extLst>
          </p:nvPr>
        </p:nvGraphicFramePr>
        <p:xfrm>
          <a:off x="5245336" y="1783120"/>
          <a:ext cx="4837550" cy="3490578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143318">
                  <a:extLst>
                    <a:ext uri="{9D8B030D-6E8A-4147-A177-3AD203B41FA5}">
                      <a16:colId xmlns:a16="http://schemas.microsoft.com/office/drawing/2014/main" val="1659114390"/>
                    </a:ext>
                  </a:extLst>
                </a:gridCol>
                <a:gridCol w="1122317">
                  <a:extLst>
                    <a:ext uri="{9D8B030D-6E8A-4147-A177-3AD203B41FA5}">
                      <a16:colId xmlns:a16="http://schemas.microsoft.com/office/drawing/2014/main" val="1332184583"/>
                    </a:ext>
                  </a:extLst>
                </a:gridCol>
                <a:gridCol w="708342">
                  <a:extLst>
                    <a:ext uri="{9D8B030D-6E8A-4147-A177-3AD203B41FA5}">
                      <a16:colId xmlns:a16="http://schemas.microsoft.com/office/drawing/2014/main" val="3634665056"/>
                    </a:ext>
                  </a:extLst>
                </a:gridCol>
                <a:gridCol w="1863573">
                  <a:extLst>
                    <a:ext uri="{9D8B030D-6E8A-4147-A177-3AD203B41FA5}">
                      <a16:colId xmlns:a16="http://schemas.microsoft.com/office/drawing/2014/main" val="905387736"/>
                    </a:ext>
                  </a:extLst>
                </a:gridCol>
              </a:tblGrid>
              <a:tr h="6265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 err="1">
                          <a:solidFill>
                            <a:schemeClr val="bg1"/>
                          </a:solidFill>
                        </a:rPr>
                        <a:t>House_ID</a:t>
                      </a:r>
                      <a:endParaRPr lang="en-GB" sz="16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>
                          <a:solidFill>
                            <a:schemeClr val="bg1"/>
                          </a:solidFill>
                        </a:rPr>
                        <a:t>Neighborhood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>
                          <a:solidFill>
                            <a:schemeClr val="bg1"/>
                          </a:solidFill>
                        </a:rPr>
                        <a:t>Price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>
                          <a:solidFill>
                            <a:schemeClr val="bg1"/>
                          </a:solidFill>
                        </a:rPr>
                        <a:t>Mean Encoded Neighborhood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9268371"/>
                  </a:ext>
                </a:extLst>
              </a:tr>
              <a:tr h="3580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>
                          <a:solidFill>
                            <a:schemeClr val="bg1"/>
                          </a:solidFill>
                        </a:rPr>
                        <a:t>250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>
                          <a:solidFill>
                            <a:schemeClr val="bg1"/>
                          </a:solidFill>
                        </a:rPr>
                        <a:t>260.0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2627916"/>
                  </a:ext>
                </a:extLst>
              </a:tr>
              <a:tr h="3580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>
                          <a:solidFill>
                            <a:schemeClr val="bg1"/>
                          </a:solidFill>
                        </a:rPr>
                        <a:t>180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>
                          <a:solidFill>
                            <a:schemeClr val="bg1"/>
                          </a:solidFill>
                        </a:rPr>
                        <a:t>185.0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0596635"/>
                  </a:ext>
                </a:extLst>
              </a:tr>
              <a:tr h="3580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>
                          <a:solidFill>
                            <a:schemeClr val="bg1"/>
                          </a:solidFill>
                        </a:rPr>
                        <a:t>210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>
                          <a:solidFill>
                            <a:schemeClr val="bg1"/>
                          </a:solidFill>
                        </a:rPr>
                        <a:t>213.3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9660126"/>
                  </a:ext>
                </a:extLst>
              </a:tr>
              <a:tr h="3580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>
                          <a:solidFill>
                            <a:schemeClr val="bg1"/>
                          </a:solidFill>
                        </a:rPr>
                        <a:t>270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>
                          <a:solidFill>
                            <a:schemeClr val="bg1"/>
                          </a:solidFill>
                        </a:rPr>
                        <a:t>260.0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0299644"/>
                  </a:ext>
                </a:extLst>
              </a:tr>
              <a:tr h="3580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>
                          <a:solidFill>
                            <a:schemeClr val="bg1"/>
                          </a:solidFill>
                        </a:rPr>
                        <a:t>190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>
                          <a:solidFill>
                            <a:schemeClr val="bg1"/>
                          </a:solidFill>
                        </a:rPr>
                        <a:t>185.0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0539832"/>
                  </a:ext>
                </a:extLst>
              </a:tr>
              <a:tr h="3580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>
                          <a:solidFill>
                            <a:schemeClr val="bg1"/>
                          </a:solidFill>
                        </a:rPr>
                        <a:t>230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>
                          <a:solidFill>
                            <a:schemeClr val="bg1"/>
                          </a:solidFill>
                        </a:rPr>
                        <a:t>213.3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125735"/>
                  </a:ext>
                </a:extLst>
              </a:tr>
              <a:tr h="3580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>
                          <a:solidFill>
                            <a:schemeClr val="bg1"/>
                          </a:solidFill>
                        </a:rPr>
                        <a:t>260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>
                          <a:solidFill>
                            <a:schemeClr val="bg1"/>
                          </a:solidFill>
                        </a:rPr>
                        <a:t>260.0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4745149"/>
                  </a:ext>
                </a:extLst>
              </a:tr>
              <a:tr h="3580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>
                          <a:solidFill>
                            <a:schemeClr val="bg1"/>
                          </a:solidFill>
                        </a:rPr>
                        <a:t>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>
                          <a:solidFill>
                            <a:schemeClr val="bg1"/>
                          </a:solidFill>
                        </a:rPr>
                        <a:t>213.3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48637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3948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E555D-FB9A-052C-56C2-097B79A53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Vector Embeddings</a:t>
            </a:r>
          </a:p>
        </p:txBody>
      </p:sp>
      <p:pic>
        <p:nvPicPr>
          <p:cNvPr id="5" name="Content Placeholder 4" descr="A diagram of a number and a diagram of a number&#10;&#10;AI-generated content may be incorrect.">
            <a:extLst>
              <a:ext uri="{FF2B5EF4-FFF2-40B4-BE49-F238E27FC236}">
                <a16:creationId xmlns:a16="http://schemas.microsoft.com/office/drawing/2014/main" id="{16B5D33E-EC44-C20C-EDC0-54EBABF803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201" y="1927843"/>
            <a:ext cx="8361595" cy="394399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C38723-13F5-F46E-B6DD-ECAF90D8B4A3}"/>
              </a:ext>
            </a:extLst>
          </p:cNvPr>
          <p:cNvSpPr txBox="1"/>
          <p:nvPr/>
        </p:nvSpPr>
        <p:spPr>
          <a:xfrm>
            <a:off x="2386243" y="5871838"/>
            <a:ext cx="74195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vector("king") - vector("man") + vector("woman") ≈ vector("queen")</a:t>
            </a:r>
          </a:p>
        </p:txBody>
      </p:sp>
    </p:spTree>
    <p:extLst>
      <p:ext uri="{BB962C8B-B14F-4D97-AF65-F5344CB8AC3E}">
        <p14:creationId xmlns:p14="http://schemas.microsoft.com/office/powerpoint/2010/main" val="860097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NMIS">
      <a:dk1>
        <a:srgbClr val="000000"/>
      </a:dk1>
      <a:lt1>
        <a:srgbClr val="FFFFFF"/>
      </a:lt1>
      <a:dk2>
        <a:srgbClr val="6F3F81"/>
      </a:dk2>
      <a:lt2>
        <a:srgbClr val="FFCC00"/>
      </a:lt2>
      <a:accent1>
        <a:srgbClr val="00294B"/>
      </a:accent1>
      <a:accent2>
        <a:srgbClr val="368DBC"/>
      </a:accent2>
      <a:accent3>
        <a:srgbClr val="009FE3"/>
      </a:accent3>
      <a:accent4>
        <a:srgbClr val="8EC79A"/>
      </a:accent4>
      <a:accent5>
        <a:srgbClr val="D83569"/>
      </a:accent5>
      <a:accent6>
        <a:srgbClr val="EC6608"/>
      </a:accent6>
      <a:hlink>
        <a:srgbClr val="368CBA"/>
      </a:hlink>
      <a:folHlink>
        <a:srgbClr val="6F3E81"/>
      </a:folHlink>
    </a:clrScheme>
    <a:fontScheme name="Raleway_APM">
      <a:majorFont>
        <a:latin typeface="Raleway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12070</TotalTime>
  <Words>449</Words>
  <Application>Microsoft Office PowerPoint</Application>
  <PresentationFormat>Widescreen</PresentationFormat>
  <Paragraphs>127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Calibri Light</vt:lpstr>
      <vt:lpstr>Raleway</vt:lpstr>
      <vt:lpstr>System Font Regular</vt:lpstr>
      <vt:lpstr>Wingdings</vt:lpstr>
      <vt:lpstr>Office Theme</vt:lpstr>
      <vt:lpstr>1_Office Theme</vt:lpstr>
      <vt:lpstr>Fundamentals of AI in Manufacturing (FAIM) Digitization and Encodings  Lecturers: Abhilash Puthanveettil Madathil, PhD  Olga Bylya, PhD  Applied Industrial Intelligence (AI2) NMIS   </vt:lpstr>
      <vt:lpstr> Contents</vt:lpstr>
      <vt:lpstr>Encoding</vt:lpstr>
      <vt:lpstr>Common Encoding Techniques</vt:lpstr>
      <vt:lpstr>One hot encoding</vt:lpstr>
      <vt:lpstr>Frequency Encoding</vt:lpstr>
      <vt:lpstr>Ordeal encoding</vt:lpstr>
      <vt:lpstr>Mean Encoding</vt:lpstr>
      <vt:lpstr>Vector Embeddings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Data-Driven Manufacturing @ NMIS  Prof Andrew Sherlock A.Sherlock@strath.ac.uk</dc:title>
  <dc:creator>Andrew Sherlock</dc:creator>
  <cp:lastModifiedBy>Abhilash Puthanveettil Madathil</cp:lastModifiedBy>
  <cp:revision>1</cp:revision>
  <dcterms:created xsi:type="dcterms:W3CDTF">2023-09-28T13:04:21Z</dcterms:created>
  <dcterms:modified xsi:type="dcterms:W3CDTF">2025-11-10T10:44:31Z</dcterms:modified>
</cp:coreProperties>
</file>