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0" r:id="rId2"/>
  </p:sldMasterIdLst>
  <p:notesMasterIdLst>
    <p:notesMasterId r:id="rId27"/>
  </p:notesMasterIdLst>
  <p:sldIdLst>
    <p:sldId id="257" r:id="rId3"/>
    <p:sldId id="5257" r:id="rId4"/>
    <p:sldId id="5262" r:id="rId5"/>
    <p:sldId id="5259" r:id="rId6"/>
    <p:sldId id="265" r:id="rId7"/>
    <p:sldId id="263" r:id="rId8"/>
    <p:sldId id="264" r:id="rId9"/>
    <p:sldId id="261" r:id="rId10"/>
    <p:sldId id="5271" r:id="rId11"/>
    <p:sldId id="5263" r:id="rId12"/>
    <p:sldId id="5265" r:id="rId13"/>
    <p:sldId id="5266" r:id="rId14"/>
    <p:sldId id="5267" r:id="rId15"/>
    <p:sldId id="5268" r:id="rId16"/>
    <p:sldId id="5269" r:id="rId17"/>
    <p:sldId id="5270" r:id="rId18"/>
    <p:sldId id="262" r:id="rId19"/>
    <p:sldId id="256" r:id="rId20"/>
    <p:sldId id="5258" r:id="rId21"/>
    <p:sldId id="258" r:id="rId22"/>
    <p:sldId id="259" r:id="rId23"/>
    <p:sldId id="260" r:id="rId24"/>
    <p:sldId id="5272" r:id="rId25"/>
    <p:sldId id="5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3569"/>
    <a:srgbClr val="8EC89A"/>
    <a:srgbClr val="368DBC"/>
    <a:srgbClr val="FFE38C"/>
    <a:srgbClr val="EC6608"/>
    <a:srgbClr val="6F3F81"/>
    <a:srgbClr val="F0B2C5"/>
    <a:srgbClr val="FFFFFF"/>
    <a:srgbClr val="A8D6B1"/>
    <a:srgbClr val="0029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lash Puthanveettil Madathil" userId="d8011305-fc6a-4624-9916-5f1faf71aa6c" providerId="ADAL" clId="{CD4064AD-C18C-48ED-9C89-B3AAD1B4D31D}"/>
    <pc:docChg chg="undo redo custSel addSld delSld modSld sldOrd">
      <pc:chgData name="Abhilash Puthanveettil Madathil" userId="d8011305-fc6a-4624-9916-5f1faf71aa6c" providerId="ADAL" clId="{CD4064AD-C18C-48ED-9C89-B3AAD1B4D31D}" dt="2025-10-03T13:59:29.688" v="2630" actId="122"/>
      <pc:docMkLst>
        <pc:docMk/>
      </pc:docMkLst>
      <pc:sldChg chg="addSp delSp modSp add mod">
        <pc:chgData name="Abhilash Puthanveettil Madathil" userId="d8011305-fc6a-4624-9916-5f1faf71aa6c" providerId="ADAL" clId="{CD4064AD-C18C-48ED-9C89-B3AAD1B4D31D}" dt="2025-10-03T09:09:49.870" v="2501" actId="948"/>
        <pc:sldMkLst>
          <pc:docMk/>
          <pc:sldMk cId="112347776" sldId="256"/>
        </pc:sldMkLst>
      </pc:sldChg>
      <pc:sldChg chg="del">
        <pc:chgData name="Abhilash Puthanveettil Madathil" userId="d8011305-fc6a-4624-9916-5f1faf71aa6c" providerId="ADAL" clId="{CD4064AD-C18C-48ED-9C89-B3AAD1B4D31D}" dt="2025-10-01T12:52:44.872" v="0" actId="47"/>
        <pc:sldMkLst>
          <pc:docMk/>
          <pc:sldMk cId="449371103" sldId="256"/>
        </pc:sldMkLst>
      </pc:sldChg>
      <pc:sldChg chg="modSp mod">
        <pc:chgData name="Abhilash Puthanveettil Madathil" userId="d8011305-fc6a-4624-9916-5f1faf71aa6c" providerId="ADAL" clId="{CD4064AD-C18C-48ED-9C89-B3AAD1B4D31D}" dt="2025-10-03T05:08:54.171" v="1695" actId="20577"/>
        <pc:sldMkLst>
          <pc:docMk/>
          <pc:sldMk cId="1907673375" sldId="257"/>
        </pc:sldMkLst>
      </pc:sldChg>
      <pc:sldChg chg="del">
        <pc:chgData name="Abhilash Puthanveettil Madathil" userId="d8011305-fc6a-4624-9916-5f1faf71aa6c" providerId="ADAL" clId="{CD4064AD-C18C-48ED-9C89-B3AAD1B4D31D}" dt="2025-10-01T12:52:44.872" v="0" actId="47"/>
        <pc:sldMkLst>
          <pc:docMk/>
          <pc:sldMk cId="1086959304" sldId="258"/>
        </pc:sldMkLst>
      </pc:sldChg>
      <pc:sldChg chg="addSp delSp modSp add mod">
        <pc:chgData name="Abhilash Puthanveettil Madathil" userId="d8011305-fc6a-4624-9916-5f1faf71aa6c" providerId="ADAL" clId="{CD4064AD-C18C-48ED-9C89-B3AAD1B4D31D}" dt="2025-10-03T09:12:31.449" v="2537" actId="14100"/>
        <pc:sldMkLst>
          <pc:docMk/>
          <pc:sldMk cId="1117545304" sldId="258"/>
        </pc:sldMkLst>
      </pc:sldChg>
      <pc:sldChg chg="del">
        <pc:chgData name="Abhilash Puthanveettil Madathil" userId="d8011305-fc6a-4624-9916-5f1faf71aa6c" providerId="ADAL" clId="{CD4064AD-C18C-48ED-9C89-B3AAD1B4D31D}" dt="2025-10-01T12:52:44.872" v="0" actId="47"/>
        <pc:sldMkLst>
          <pc:docMk/>
          <pc:sldMk cId="579525691" sldId="259"/>
        </pc:sldMkLst>
      </pc:sldChg>
      <pc:sldChg chg="addSp delSp modSp add mod">
        <pc:chgData name="Abhilash Puthanveettil Madathil" userId="d8011305-fc6a-4624-9916-5f1faf71aa6c" providerId="ADAL" clId="{CD4064AD-C18C-48ED-9C89-B3AAD1B4D31D}" dt="2025-10-03T08:48:11.369" v="2217"/>
        <pc:sldMkLst>
          <pc:docMk/>
          <pc:sldMk cId="2993994712" sldId="259"/>
        </pc:sldMkLst>
      </pc:sldChg>
      <pc:sldChg chg="addSp delSp modSp add mod">
        <pc:chgData name="Abhilash Puthanveettil Madathil" userId="d8011305-fc6a-4624-9916-5f1faf71aa6c" providerId="ADAL" clId="{CD4064AD-C18C-48ED-9C89-B3AAD1B4D31D}" dt="2025-10-03T09:00:00.162" v="2434" actId="20577"/>
        <pc:sldMkLst>
          <pc:docMk/>
          <pc:sldMk cId="489925485" sldId="260"/>
        </pc:sldMkLst>
      </pc:sldChg>
      <pc:sldChg chg="del">
        <pc:chgData name="Abhilash Puthanveettil Madathil" userId="d8011305-fc6a-4624-9916-5f1faf71aa6c" providerId="ADAL" clId="{CD4064AD-C18C-48ED-9C89-B3AAD1B4D31D}" dt="2025-10-01T12:52:44.872" v="0" actId="47"/>
        <pc:sldMkLst>
          <pc:docMk/>
          <pc:sldMk cId="2833719794" sldId="260"/>
        </pc:sldMkLst>
      </pc:sldChg>
      <pc:sldChg chg="del">
        <pc:chgData name="Abhilash Puthanveettil Madathil" userId="d8011305-fc6a-4624-9916-5f1faf71aa6c" providerId="ADAL" clId="{CD4064AD-C18C-48ED-9C89-B3AAD1B4D31D}" dt="2025-10-01T12:52:44.872" v="0" actId="47"/>
        <pc:sldMkLst>
          <pc:docMk/>
          <pc:sldMk cId="3195861652" sldId="261"/>
        </pc:sldMkLst>
      </pc:sldChg>
      <pc:sldChg chg="modSp add mod">
        <pc:chgData name="Abhilash Puthanveettil Madathil" userId="d8011305-fc6a-4624-9916-5f1faf71aa6c" providerId="ADAL" clId="{CD4064AD-C18C-48ED-9C89-B3AAD1B4D31D}" dt="2025-10-02T14:56:09.331" v="993" actId="20577"/>
        <pc:sldMkLst>
          <pc:docMk/>
          <pc:sldMk cId="3748618793" sldId="261"/>
        </pc:sldMkLst>
      </pc:sldChg>
      <pc:sldChg chg="modSp add mod">
        <pc:chgData name="Abhilash Puthanveettil Madathil" userId="d8011305-fc6a-4624-9916-5f1faf71aa6c" providerId="ADAL" clId="{CD4064AD-C18C-48ED-9C89-B3AAD1B4D31D}" dt="2025-10-02T14:56:50.614" v="1000" actId="1076"/>
        <pc:sldMkLst>
          <pc:docMk/>
          <pc:sldMk cId="550005732" sldId="262"/>
        </pc:sldMkLst>
      </pc:sldChg>
      <pc:sldChg chg="del">
        <pc:chgData name="Abhilash Puthanveettil Madathil" userId="d8011305-fc6a-4624-9916-5f1faf71aa6c" providerId="ADAL" clId="{CD4064AD-C18C-48ED-9C89-B3AAD1B4D31D}" dt="2025-10-01T12:52:44.872" v="0" actId="47"/>
        <pc:sldMkLst>
          <pc:docMk/>
          <pc:sldMk cId="4044792061" sldId="262"/>
        </pc:sldMkLst>
      </pc:sldChg>
      <pc:sldChg chg="addSp delSp modSp add mod setBg modAnim">
        <pc:chgData name="Abhilash Puthanveettil Madathil" userId="d8011305-fc6a-4624-9916-5f1faf71aa6c" providerId="ADAL" clId="{CD4064AD-C18C-48ED-9C89-B3AAD1B4D31D}" dt="2025-10-03T05:08:24.786" v="1685" actId="1076"/>
        <pc:sldMkLst>
          <pc:docMk/>
          <pc:sldMk cId="4044074568" sldId="263"/>
        </pc:sldMkLst>
      </pc:sldChg>
      <pc:sldChg chg="del">
        <pc:chgData name="Abhilash Puthanveettil Madathil" userId="d8011305-fc6a-4624-9916-5f1faf71aa6c" providerId="ADAL" clId="{CD4064AD-C18C-48ED-9C89-B3AAD1B4D31D}" dt="2025-10-01T12:52:44.872" v="0" actId="47"/>
        <pc:sldMkLst>
          <pc:docMk/>
          <pc:sldMk cId="4223849758" sldId="263"/>
        </pc:sldMkLst>
      </pc:sldChg>
      <pc:sldChg chg="modSp add mod">
        <pc:chgData name="Abhilash Puthanveettil Madathil" userId="d8011305-fc6a-4624-9916-5f1faf71aa6c" providerId="ADAL" clId="{CD4064AD-C18C-48ED-9C89-B3AAD1B4D31D}" dt="2025-10-02T14:40:52.107" v="713" actId="1076"/>
        <pc:sldMkLst>
          <pc:docMk/>
          <pc:sldMk cId="1856060310" sldId="264"/>
        </pc:sldMkLst>
      </pc:sldChg>
      <pc:sldChg chg="del">
        <pc:chgData name="Abhilash Puthanveettil Madathil" userId="d8011305-fc6a-4624-9916-5f1faf71aa6c" providerId="ADAL" clId="{CD4064AD-C18C-48ED-9C89-B3AAD1B4D31D}" dt="2025-10-01T12:52:44.872" v="0" actId="47"/>
        <pc:sldMkLst>
          <pc:docMk/>
          <pc:sldMk cId="1860334824" sldId="265"/>
        </pc:sldMkLst>
      </pc:sldChg>
      <pc:sldChg chg="modSp add mod">
        <pc:chgData name="Abhilash Puthanveettil Madathil" userId="d8011305-fc6a-4624-9916-5f1faf71aa6c" providerId="ADAL" clId="{CD4064AD-C18C-48ED-9C89-B3AAD1B4D31D}" dt="2025-10-03T04:31:38.497" v="1295" actId="1076"/>
        <pc:sldMkLst>
          <pc:docMk/>
          <pc:sldMk cId="3914696877" sldId="265"/>
        </pc:sldMkLst>
      </pc:sldChg>
      <pc:sldChg chg="modSp add del">
        <pc:chgData name="Abhilash Puthanveettil Madathil" userId="d8011305-fc6a-4624-9916-5f1faf71aa6c" providerId="ADAL" clId="{CD4064AD-C18C-48ED-9C89-B3AAD1B4D31D}" dt="2025-10-02T14:57:16.427" v="1001" actId="47"/>
        <pc:sldMkLst>
          <pc:docMk/>
          <pc:sldMk cId="140247074" sldId="266"/>
        </pc:sldMkLst>
      </pc:sldChg>
      <pc:sldChg chg="del">
        <pc:chgData name="Abhilash Puthanveettil Madathil" userId="d8011305-fc6a-4624-9916-5f1faf71aa6c" providerId="ADAL" clId="{CD4064AD-C18C-48ED-9C89-B3AAD1B4D31D}" dt="2025-10-01T12:52:44.872" v="0" actId="47"/>
        <pc:sldMkLst>
          <pc:docMk/>
          <pc:sldMk cId="2163518271" sldId="266"/>
        </pc:sldMkLst>
      </pc:sldChg>
      <pc:sldChg chg="del">
        <pc:chgData name="Abhilash Puthanveettil Madathil" userId="d8011305-fc6a-4624-9916-5f1faf71aa6c" providerId="ADAL" clId="{CD4064AD-C18C-48ED-9C89-B3AAD1B4D31D}" dt="2025-10-01T12:52:44.872" v="0" actId="47"/>
        <pc:sldMkLst>
          <pc:docMk/>
          <pc:sldMk cId="2798155982" sldId="267"/>
        </pc:sldMkLst>
      </pc:sldChg>
      <pc:sldChg chg="del">
        <pc:chgData name="Abhilash Puthanveettil Madathil" userId="d8011305-fc6a-4624-9916-5f1faf71aa6c" providerId="ADAL" clId="{CD4064AD-C18C-48ED-9C89-B3AAD1B4D31D}" dt="2025-10-01T12:52:44.872" v="0" actId="47"/>
        <pc:sldMkLst>
          <pc:docMk/>
          <pc:sldMk cId="1147009817" sldId="268"/>
        </pc:sldMkLst>
      </pc:sldChg>
      <pc:sldChg chg="del">
        <pc:chgData name="Abhilash Puthanveettil Madathil" userId="d8011305-fc6a-4624-9916-5f1faf71aa6c" providerId="ADAL" clId="{CD4064AD-C18C-48ED-9C89-B3AAD1B4D31D}" dt="2025-10-01T12:52:44.872" v="0" actId="47"/>
        <pc:sldMkLst>
          <pc:docMk/>
          <pc:sldMk cId="615452064" sldId="269"/>
        </pc:sldMkLst>
      </pc:sldChg>
      <pc:sldChg chg="del">
        <pc:chgData name="Abhilash Puthanveettil Madathil" userId="d8011305-fc6a-4624-9916-5f1faf71aa6c" providerId="ADAL" clId="{CD4064AD-C18C-48ED-9C89-B3AAD1B4D31D}" dt="2025-10-01T12:52:44.872" v="0" actId="47"/>
        <pc:sldMkLst>
          <pc:docMk/>
          <pc:sldMk cId="147435984" sldId="272"/>
        </pc:sldMkLst>
      </pc:sldChg>
      <pc:sldChg chg="del">
        <pc:chgData name="Abhilash Puthanveettil Madathil" userId="d8011305-fc6a-4624-9916-5f1faf71aa6c" providerId="ADAL" clId="{CD4064AD-C18C-48ED-9C89-B3AAD1B4D31D}" dt="2025-10-01T12:52:44.872" v="0" actId="47"/>
        <pc:sldMkLst>
          <pc:docMk/>
          <pc:sldMk cId="521685281" sldId="275"/>
        </pc:sldMkLst>
      </pc:sldChg>
      <pc:sldChg chg="del">
        <pc:chgData name="Abhilash Puthanveettil Madathil" userId="d8011305-fc6a-4624-9916-5f1faf71aa6c" providerId="ADAL" clId="{CD4064AD-C18C-48ED-9C89-B3AAD1B4D31D}" dt="2025-10-01T12:52:44.872" v="0" actId="47"/>
        <pc:sldMkLst>
          <pc:docMk/>
          <pc:sldMk cId="142144373" sldId="276"/>
        </pc:sldMkLst>
      </pc:sldChg>
      <pc:sldChg chg="del">
        <pc:chgData name="Abhilash Puthanveettil Madathil" userId="d8011305-fc6a-4624-9916-5f1faf71aa6c" providerId="ADAL" clId="{CD4064AD-C18C-48ED-9C89-B3AAD1B4D31D}" dt="2025-10-01T12:52:44.872" v="0" actId="47"/>
        <pc:sldMkLst>
          <pc:docMk/>
          <pc:sldMk cId="4231571135" sldId="277"/>
        </pc:sldMkLst>
      </pc:sldChg>
      <pc:sldChg chg="del">
        <pc:chgData name="Abhilash Puthanveettil Madathil" userId="d8011305-fc6a-4624-9916-5f1faf71aa6c" providerId="ADAL" clId="{CD4064AD-C18C-48ED-9C89-B3AAD1B4D31D}" dt="2025-10-01T12:52:44.872" v="0" actId="47"/>
        <pc:sldMkLst>
          <pc:docMk/>
          <pc:sldMk cId="2179627387" sldId="278"/>
        </pc:sldMkLst>
      </pc:sldChg>
      <pc:sldChg chg="del">
        <pc:chgData name="Abhilash Puthanveettil Madathil" userId="d8011305-fc6a-4624-9916-5f1faf71aa6c" providerId="ADAL" clId="{CD4064AD-C18C-48ED-9C89-B3AAD1B4D31D}" dt="2025-10-01T12:52:44.872" v="0" actId="47"/>
        <pc:sldMkLst>
          <pc:docMk/>
          <pc:sldMk cId="2428755542" sldId="279"/>
        </pc:sldMkLst>
      </pc:sldChg>
      <pc:sldChg chg="del">
        <pc:chgData name="Abhilash Puthanveettil Madathil" userId="d8011305-fc6a-4624-9916-5f1faf71aa6c" providerId="ADAL" clId="{CD4064AD-C18C-48ED-9C89-B3AAD1B4D31D}" dt="2025-10-01T12:52:44.872" v="0" actId="47"/>
        <pc:sldMkLst>
          <pc:docMk/>
          <pc:sldMk cId="196034459" sldId="281"/>
        </pc:sldMkLst>
      </pc:sldChg>
      <pc:sldChg chg="del">
        <pc:chgData name="Abhilash Puthanveettil Madathil" userId="d8011305-fc6a-4624-9916-5f1faf71aa6c" providerId="ADAL" clId="{CD4064AD-C18C-48ED-9C89-B3AAD1B4D31D}" dt="2025-10-01T12:52:44.872" v="0" actId="47"/>
        <pc:sldMkLst>
          <pc:docMk/>
          <pc:sldMk cId="2551227202" sldId="282"/>
        </pc:sldMkLst>
      </pc:sldChg>
      <pc:sldChg chg="del">
        <pc:chgData name="Abhilash Puthanveettil Madathil" userId="d8011305-fc6a-4624-9916-5f1faf71aa6c" providerId="ADAL" clId="{CD4064AD-C18C-48ED-9C89-B3AAD1B4D31D}" dt="2025-10-01T12:52:44.872" v="0" actId="47"/>
        <pc:sldMkLst>
          <pc:docMk/>
          <pc:sldMk cId="4238330889" sldId="283"/>
        </pc:sldMkLst>
      </pc:sldChg>
      <pc:sldChg chg="del">
        <pc:chgData name="Abhilash Puthanveettil Madathil" userId="d8011305-fc6a-4624-9916-5f1faf71aa6c" providerId="ADAL" clId="{CD4064AD-C18C-48ED-9C89-B3AAD1B4D31D}" dt="2025-10-01T12:52:44.872" v="0" actId="47"/>
        <pc:sldMkLst>
          <pc:docMk/>
          <pc:sldMk cId="3752654621" sldId="284"/>
        </pc:sldMkLst>
      </pc:sldChg>
      <pc:sldChg chg="modSp mod">
        <pc:chgData name="Abhilash Puthanveettil Madathil" userId="d8011305-fc6a-4624-9916-5f1faf71aa6c" providerId="ADAL" clId="{CD4064AD-C18C-48ED-9C89-B3AAD1B4D31D}" dt="2025-10-03T13:38:20.755" v="2599" actId="20577"/>
        <pc:sldMkLst>
          <pc:docMk/>
          <pc:sldMk cId="3516092615" sldId="5257"/>
        </pc:sldMkLst>
      </pc:sldChg>
      <pc:sldChg chg="addSp delSp modSp add mod">
        <pc:chgData name="Abhilash Puthanveettil Madathil" userId="d8011305-fc6a-4624-9916-5f1faf71aa6c" providerId="ADAL" clId="{CD4064AD-C18C-48ED-9C89-B3AAD1B4D31D}" dt="2025-10-03T09:11:29.552" v="2516" actId="15"/>
        <pc:sldMkLst>
          <pc:docMk/>
          <pc:sldMk cId="1971422944" sldId="5258"/>
        </pc:sldMkLst>
      </pc:sldChg>
      <pc:sldChg chg="addSp delSp modSp new mod">
        <pc:chgData name="Abhilash Puthanveettil Madathil" userId="d8011305-fc6a-4624-9916-5f1faf71aa6c" providerId="ADAL" clId="{CD4064AD-C18C-48ED-9C89-B3AAD1B4D31D}" dt="2025-10-02T14:31:26.854" v="690" actId="20577"/>
        <pc:sldMkLst>
          <pc:docMk/>
          <pc:sldMk cId="2522748638" sldId="5259"/>
        </pc:sldMkLst>
      </pc:sldChg>
      <pc:sldChg chg="addSp modSp new del mod modClrScheme chgLayout">
        <pc:chgData name="Abhilash Puthanveettil Madathil" userId="d8011305-fc6a-4624-9916-5f1faf71aa6c" providerId="ADAL" clId="{CD4064AD-C18C-48ED-9C89-B3AAD1B4D31D}" dt="2025-10-02T14:57:29.805" v="1004" actId="47"/>
        <pc:sldMkLst>
          <pc:docMk/>
          <pc:sldMk cId="594491671" sldId="5260"/>
        </pc:sldMkLst>
      </pc:sldChg>
      <pc:sldChg chg="modSp new del mod">
        <pc:chgData name="Abhilash Puthanveettil Madathil" userId="d8011305-fc6a-4624-9916-5f1faf71aa6c" providerId="ADAL" clId="{CD4064AD-C18C-48ED-9C89-B3AAD1B4D31D}" dt="2025-10-03T09:09:18.346" v="2498" actId="47"/>
        <pc:sldMkLst>
          <pc:docMk/>
          <pc:sldMk cId="3373545801" sldId="5261"/>
        </pc:sldMkLst>
      </pc:sldChg>
      <pc:sldChg chg="addSp delSp modSp new mod ord">
        <pc:chgData name="Abhilash Puthanveettil Madathil" userId="d8011305-fc6a-4624-9916-5f1faf71aa6c" providerId="ADAL" clId="{CD4064AD-C18C-48ED-9C89-B3AAD1B4D31D}" dt="2025-10-03T05:09:18.033" v="1705" actId="6549"/>
        <pc:sldMkLst>
          <pc:docMk/>
          <pc:sldMk cId="1372548709" sldId="5262"/>
        </pc:sldMkLst>
      </pc:sldChg>
      <pc:sldChg chg="addSp delSp modSp new mod">
        <pc:chgData name="Abhilash Puthanveettil Madathil" userId="d8011305-fc6a-4624-9916-5f1faf71aa6c" providerId="ADAL" clId="{CD4064AD-C18C-48ED-9C89-B3AAD1B4D31D}" dt="2025-10-02T14:52:35.818" v="858" actId="207"/>
        <pc:sldMkLst>
          <pc:docMk/>
          <pc:sldMk cId="3054143916" sldId="5263"/>
        </pc:sldMkLst>
      </pc:sldChg>
      <pc:sldChg chg="new del">
        <pc:chgData name="Abhilash Puthanveettil Madathil" userId="d8011305-fc6a-4624-9916-5f1faf71aa6c" providerId="ADAL" clId="{CD4064AD-C18C-48ED-9C89-B3AAD1B4D31D}" dt="2025-10-02T12:20:11.944" v="364" actId="47"/>
        <pc:sldMkLst>
          <pc:docMk/>
          <pc:sldMk cId="483063544" sldId="5264"/>
        </pc:sldMkLst>
      </pc:sldChg>
      <pc:sldChg chg="addSp modSp add mod">
        <pc:chgData name="Abhilash Puthanveettil Madathil" userId="d8011305-fc6a-4624-9916-5f1faf71aa6c" providerId="ADAL" clId="{CD4064AD-C18C-48ED-9C89-B3AAD1B4D31D}" dt="2025-10-03T13:57:59.594" v="2606" actId="20577"/>
        <pc:sldMkLst>
          <pc:docMk/>
          <pc:sldMk cId="1748609358" sldId="5265"/>
        </pc:sldMkLst>
      </pc:sldChg>
      <pc:sldChg chg="addSp delSp modSp add mod">
        <pc:chgData name="Abhilash Puthanveettil Madathil" userId="d8011305-fc6a-4624-9916-5f1faf71aa6c" providerId="ADAL" clId="{CD4064AD-C18C-48ED-9C89-B3AAD1B4D31D}" dt="2025-10-02T14:51:39.381" v="849" actId="113"/>
        <pc:sldMkLst>
          <pc:docMk/>
          <pc:sldMk cId="571200594" sldId="5266"/>
        </pc:sldMkLst>
      </pc:sldChg>
      <pc:sldChg chg="addSp delSp modSp add mod">
        <pc:chgData name="Abhilash Puthanveettil Madathil" userId="d8011305-fc6a-4624-9916-5f1faf71aa6c" providerId="ADAL" clId="{CD4064AD-C18C-48ED-9C89-B3AAD1B4D31D}" dt="2025-10-03T11:03:25.042" v="2597" actId="5793"/>
        <pc:sldMkLst>
          <pc:docMk/>
          <pc:sldMk cId="4151821981" sldId="5267"/>
        </pc:sldMkLst>
      </pc:sldChg>
      <pc:sldChg chg="addSp delSp modSp new mod">
        <pc:chgData name="Abhilash Puthanveettil Madathil" userId="d8011305-fc6a-4624-9916-5f1faf71aa6c" providerId="ADAL" clId="{CD4064AD-C18C-48ED-9C89-B3AAD1B4D31D}" dt="2025-10-03T13:58:32.099" v="2611" actId="403"/>
        <pc:sldMkLst>
          <pc:docMk/>
          <pc:sldMk cId="3605360694" sldId="5268"/>
        </pc:sldMkLst>
      </pc:sldChg>
      <pc:sldChg chg="addSp delSp modSp add mod">
        <pc:chgData name="Abhilash Puthanveettil Madathil" userId="d8011305-fc6a-4624-9916-5f1faf71aa6c" providerId="ADAL" clId="{CD4064AD-C18C-48ED-9C89-B3AAD1B4D31D}" dt="2025-10-02T14:48:56.686" v="808" actId="207"/>
        <pc:sldMkLst>
          <pc:docMk/>
          <pc:sldMk cId="837289321" sldId="5269"/>
        </pc:sldMkLst>
      </pc:sldChg>
      <pc:sldChg chg="addSp delSp modSp new mod">
        <pc:chgData name="Abhilash Puthanveettil Madathil" userId="d8011305-fc6a-4624-9916-5f1faf71aa6c" providerId="ADAL" clId="{CD4064AD-C18C-48ED-9C89-B3AAD1B4D31D}" dt="2025-10-03T13:59:29.688" v="2630" actId="122"/>
        <pc:sldMkLst>
          <pc:docMk/>
          <pc:sldMk cId="1488880828" sldId="5270"/>
        </pc:sldMkLst>
      </pc:sldChg>
      <pc:sldChg chg="add">
        <pc:chgData name="Abhilash Puthanveettil Madathil" userId="d8011305-fc6a-4624-9916-5f1faf71aa6c" providerId="ADAL" clId="{CD4064AD-C18C-48ED-9C89-B3AAD1B4D31D}" dt="2025-10-03T04:27:15.536" v="1005"/>
        <pc:sldMkLst>
          <pc:docMk/>
          <pc:sldMk cId="3546482377" sldId="5271"/>
        </pc:sldMkLst>
      </pc:sldChg>
      <pc:sldChg chg="addSp modSp new mod">
        <pc:chgData name="Abhilash Puthanveettil Madathil" userId="d8011305-fc6a-4624-9916-5f1faf71aa6c" providerId="ADAL" clId="{CD4064AD-C18C-48ED-9C89-B3AAD1B4D31D}" dt="2025-10-03T09:02:28.237" v="2471" actId="164"/>
        <pc:sldMkLst>
          <pc:docMk/>
          <pc:sldMk cId="261364860" sldId="5272"/>
        </pc:sldMkLst>
      </pc:sldChg>
      <pc:sldChg chg="addSp delSp modSp new mod">
        <pc:chgData name="Abhilash Puthanveettil Madathil" userId="d8011305-fc6a-4624-9916-5f1faf71aa6c" providerId="ADAL" clId="{CD4064AD-C18C-48ED-9C89-B3AAD1B4D31D}" dt="2025-10-03T09:09:09.260" v="2497" actId="1076"/>
        <pc:sldMkLst>
          <pc:docMk/>
          <pc:sldMk cId="1123711110" sldId="5273"/>
        </pc:sldMkLst>
      </pc:sldChg>
      <pc:sldChg chg="del">
        <pc:chgData name="Abhilash Puthanveettil Madathil" userId="d8011305-fc6a-4624-9916-5f1faf71aa6c" providerId="ADAL" clId="{CD4064AD-C18C-48ED-9C89-B3AAD1B4D31D}" dt="2025-10-01T12:52:44.872" v="0" actId="47"/>
        <pc:sldMkLst>
          <pc:docMk/>
          <pc:sldMk cId="1124895324" sldId="5293"/>
        </pc:sldMkLst>
      </pc:sldChg>
      <pc:sldChg chg="del">
        <pc:chgData name="Abhilash Puthanveettil Madathil" userId="d8011305-fc6a-4624-9916-5f1faf71aa6c" providerId="ADAL" clId="{CD4064AD-C18C-48ED-9C89-B3AAD1B4D31D}" dt="2025-10-01T12:52:44.872" v="0" actId="47"/>
        <pc:sldMkLst>
          <pc:docMk/>
          <pc:sldMk cId="1814001132" sldId="5294"/>
        </pc:sldMkLst>
      </pc:sldChg>
      <pc:sldMasterChg chg="delSldLayout">
        <pc:chgData name="Abhilash Puthanveettil Madathil" userId="d8011305-fc6a-4624-9916-5f1faf71aa6c" providerId="ADAL" clId="{CD4064AD-C18C-48ED-9C89-B3AAD1B4D31D}" dt="2025-10-01T12:52:44.872" v="0" actId="47"/>
        <pc:sldMasterMkLst>
          <pc:docMk/>
          <pc:sldMasterMk cId="2866590782" sldId="2147483680"/>
        </pc:sldMasterMkLst>
        <pc:sldLayoutChg chg="del">
          <pc:chgData name="Abhilash Puthanveettil Madathil" userId="d8011305-fc6a-4624-9916-5f1faf71aa6c" providerId="ADAL" clId="{CD4064AD-C18C-48ED-9C89-B3AAD1B4D31D}" dt="2025-10-01T12:52:44.872" v="0" actId="47"/>
          <pc:sldLayoutMkLst>
            <pc:docMk/>
            <pc:sldMasterMk cId="2866590782" sldId="2147483680"/>
            <pc:sldLayoutMk cId="3512182986" sldId="2147483696"/>
          </pc:sldLayoutMkLst>
        </pc:sldLayoutChg>
      </pc:sldMasterChg>
    </pc:docChg>
  </pc:docChgLst>
  <pc:docChgLst>
    <pc:chgData name="Abhilash Puthanveettil Madathil" userId="d8011305-fc6a-4624-9916-5f1faf71aa6c" providerId="ADAL" clId="{006B2348-E702-0641-9A66-3C8152E720C1}"/>
    <pc:docChg chg="undo custSel addSld modSld sldOrd">
      <pc:chgData name="Abhilash Puthanveettil Madathil" userId="d8011305-fc6a-4624-9916-5f1faf71aa6c" providerId="ADAL" clId="{006B2348-E702-0641-9A66-3C8152E720C1}" dt="2025-09-04T17:43:40.232" v="428" actId="2710"/>
      <pc:docMkLst>
        <pc:docMk/>
      </pc:docMkLst>
      <pc:sldChg chg="modSp mod">
        <pc:chgData name="Abhilash Puthanveettil Madathil" userId="d8011305-fc6a-4624-9916-5f1faf71aa6c" providerId="ADAL" clId="{006B2348-E702-0641-9A66-3C8152E720C1}" dt="2025-09-04T16:47:33.128" v="7" actId="20577"/>
        <pc:sldMkLst>
          <pc:docMk/>
          <pc:sldMk cId="1907673375" sldId="257"/>
        </pc:sldMkLst>
      </pc:sldChg>
      <pc:sldChg chg="ord">
        <pc:chgData name="Abhilash Puthanveettil Madathil" userId="d8011305-fc6a-4624-9916-5f1faf71aa6c" providerId="ADAL" clId="{006B2348-E702-0641-9A66-3C8152E720C1}" dt="2025-09-04T16:49:17.076" v="18" actId="20578"/>
        <pc:sldMkLst>
          <pc:docMk/>
          <pc:sldMk cId="2843819804" sldId="262"/>
        </pc:sldMkLst>
      </pc:sldChg>
      <pc:sldChg chg="modSp mod">
        <pc:chgData name="Abhilash Puthanveettil Madathil" userId="d8011305-fc6a-4624-9916-5f1faf71aa6c" providerId="ADAL" clId="{006B2348-E702-0641-9A66-3C8152E720C1}" dt="2025-09-04T16:47:57.975" v="17" actId="20577"/>
        <pc:sldMkLst>
          <pc:docMk/>
          <pc:sldMk cId="3516092615" sldId="5257"/>
        </pc:sldMkLst>
      </pc:sldChg>
      <pc:sldChg chg="addSp modSp new mod">
        <pc:chgData name="Abhilash Puthanveettil Madathil" userId="d8011305-fc6a-4624-9916-5f1faf71aa6c" providerId="ADAL" clId="{006B2348-E702-0641-9A66-3C8152E720C1}" dt="2025-09-04T17:00:25.207" v="141" actId="2710"/>
        <pc:sldMkLst>
          <pc:docMk/>
          <pc:sldMk cId="3678424862" sldId="5258"/>
        </pc:sldMkLst>
      </pc:sldChg>
      <pc:sldChg chg="addSp modSp add mod">
        <pc:chgData name="Abhilash Puthanveettil Madathil" userId="d8011305-fc6a-4624-9916-5f1faf71aa6c" providerId="ADAL" clId="{006B2348-E702-0641-9A66-3C8152E720C1}" dt="2025-09-04T17:34:26.166" v="397" actId="1076"/>
        <pc:sldMkLst>
          <pc:docMk/>
          <pc:sldMk cId="4009837664" sldId="5259"/>
        </pc:sldMkLst>
      </pc:sldChg>
      <pc:sldChg chg="addSp modSp add mod">
        <pc:chgData name="Abhilash Puthanveettil Madathil" userId="d8011305-fc6a-4624-9916-5f1faf71aa6c" providerId="ADAL" clId="{006B2348-E702-0641-9A66-3C8152E720C1}" dt="2025-09-04T17:19:22.491" v="331" actId="113"/>
        <pc:sldMkLst>
          <pc:docMk/>
          <pc:sldMk cId="2450018730" sldId="5260"/>
        </pc:sldMkLst>
      </pc:sldChg>
      <pc:sldChg chg="addSp modSp add mod">
        <pc:chgData name="Abhilash Puthanveettil Madathil" userId="d8011305-fc6a-4624-9916-5f1faf71aa6c" providerId="ADAL" clId="{006B2348-E702-0641-9A66-3C8152E720C1}" dt="2025-09-04T17:23:41.656" v="380" actId="404"/>
        <pc:sldMkLst>
          <pc:docMk/>
          <pc:sldMk cId="2375682626" sldId="5261"/>
        </pc:sldMkLst>
      </pc:sldChg>
      <pc:sldChg chg="addSp modSp add">
        <pc:chgData name="Abhilash Puthanveettil Madathil" userId="d8011305-fc6a-4624-9916-5f1faf71aa6c" providerId="ADAL" clId="{006B2348-E702-0641-9A66-3C8152E720C1}" dt="2025-09-04T17:28:58.692" v="387" actId="1076"/>
        <pc:sldMkLst>
          <pc:docMk/>
          <pc:sldMk cId="1690692097" sldId="5262"/>
        </pc:sldMkLst>
      </pc:sldChg>
      <pc:sldChg chg="addSp delSp modSp add mod">
        <pc:chgData name="Abhilash Puthanveettil Madathil" userId="d8011305-fc6a-4624-9916-5f1faf71aa6c" providerId="ADAL" clId="{006B2348-E702-0641-9A66-3C8152E720C1}" dt="2025-09-04T17:43:40.232" v="428" actId="2710"/>
        <pc:sldMkLst>
          <pc:docMk/>
          <pc:sldMk cId="897571022" sldId="5263"/>
        </pc:sldMkLst>
      </pc:sldChg>
    </pc:docChg>
  </pc:docChgLst>
  <pc:docChgLst>
    <pc:chgData name="Abhilash Puthanveettil Madathil" userId="d8011305-fc6a-4624-9916-5f1faf71aa6c" providerId="ADAL" clId="{5CBF45CB-4E0E-477E-96C4-1153B12CF362}"/>
    <pc:docChg chg="undo custSel addSld delSld modSld sldOrd">
      <pc:chgData name="Abhilash Puthanveettil Madathil" userId="d8011305-fc6a-4624-9916-5f1faf71aa6c" providerId="ADAL" clId="{5CBF45CB-4E0E-477E-96C4-1153B12CF362}" dt="2025-09-12T13:55:07.270" v="1540" actId="20577"/>
      <pc:docMkLst>
        <pc:docMk/>
      </pc:docMkLst>
      <pc:sldChg chg="modSp mod">
        <pc:chgData name="Abhilash Puthanveettil Madathil" userId="d8011305-fc6a-4624-9916-5f1faf71aa6c" providerId="ADAL" clId="{5CBF45CB-4E0E-477E-96C4-1153B12CF362}" dt="2025-09-12T09:32:28.865" v="885" actId="20577"/>
        <pc:sldMkLst>
          <pc:docMk/>
          <pc:sldMk cId="1907673375" sldId="257"/>
        </pc:sldMkLst>
      </pc:sldChg>
      <pc:sldChg chg="delSp modSp add mod">
        <pc:chgData name="Abhilash Puthanveettil Madathil" userId="d8011305-fc6a-4624-9916-5f1faf71aa6c" providerId="ADAL" clId="{5CBF45CB-4E0E-477E-96C4-1153B12CF362}" dt="2025-09-12T09:26:40.851" v="829" actId="20577"/>
        <pc:sldMkLst>
          <pc:docMk/>
          <pc:sldMk cId="1235313199" sldId="258"/>
        </pc:sldMkLst>
      </pc:sldChg>
      <pc:sldChg chg="modSp add mod">
        <pc:chgData name="Abhilash Puthanveettil Madathil" userId="d8011305-fc6a-4624-9916-5f1faf71aa6c" providerId="ADAL" clId="{5CBF45CB-4E0E-477E-96C4-1153B12CF362}" dt="2025-09-12T09:08:04.096" v="640" actId="1076"/>
        <pc:sldMkLst>
          <pc:docMk/>
          <pc:sldMk cId="802379716" sldId="259"/>
        </pc:sldMkLst>
      </pc:sldChg>
      <pc:sldChg chg="delSp add mod">
        <pc:chgData name="Abhilash Puthanveettil Madathil" userId="d8011305-fc6a-4624-9916-5f1faf71aa6c" providerId="ADAL" clId="{5CBF45CB-4E0E-477E-96C4-1153B12CF362}" dt="2025-09-12T08:54:16.582" v="572" actId="478"/>
        <pc:sldMkLst>
          <pc:docMk/>
          <pc:sldMk cId="367599848" sldId="260"/>
        </pc:sldMkLst>
      </pc:sldChg>
      <pc:sldChg chg="del">
        <pc:chgData name="Abhilash Puthanveettil Madathil" userId="d8011305-fc6a-4624-9916-5f1faf71aa6c" providerId="ADAL" clId="{5CBF45CB-4E0E-477E-96C4-1153B12CF362}" dt="2025-09-11T08:12:02.012" v="156" actId="47"/>
        <pc:sldMkLst>
          <pc:docMk/>
          <pc:sldMk cId="2843819804" sldId="262"/>
        </pc:sldMkLst>
      </pc:sldChg>
      <pc:sldChg chg="modSp add mod">
        <pc:chgData name="Abhilash Puthanveettil Madathil" userId="d8011305-fc6a-4624-9916-5f1faf71aa6c" providerId="ADAL" clId="{5CBF45CB-4E0E-477E-96C4-1153B12CF362}" dt="2025-09-12T09:07:28.015" v="631" actId="113"/>
        <pc:sldMkLst>
          <pc:docMk/>
          <pc:sldMk cId="3946753422" sldId="262"/>
        </pc:sldMkLst>
      </pc:sldChg>
      <pc:sldChg chg="add">
        <pc:chgData name="Abhilash Puthanveettil Madathil" userId="d8011305-fc6a-4624-9916-5f1faf71aa6c" providerId="ADAL" clId="{5CBF45CB-4E0E-477E-96C4-1153B12CF362}" dt="2025-09-12T08:45:43.907" v="504"/>
        <pc:sldMkLst>
          <pc:docMk/>
          <pc:sldMk cId="3558507941" sldId="263"/>
        </pc:sldMkLst>
      </pc:sldChg>
      <pc:sldChg chg="del">
        <pc:chgData name="Abhilash Puthanveettil Madathil" userId="d8011305-fc6a-4624-9916-5f1faf71aa6c" providerId="ADAL" clId="{5CBF45CB-4E0E-477E-96C4-1153B12CF362}" dt="2025-09-11T08:12:02.012" v="156" actId="47"/>
        <pc:sldMkLst>
          <pc:docMk/>
          <pc:sldMk cId="3983546814" sldId="263"/>
        </pc:sldMkLst>
      </pc:sldChg>
      <pc:sldChg chg="del">
        <pc:chgData name="Abhilash Puthanveettil Madathil" userId="d8011305-fc6a-4624-9916-5f1faf71aa6c" providerId="ADAL" clId="{5CBF45CB-4E0E-477E-96C4-1153B12CF362}" dt="2025-09-11T08:12:02.012" v="156" actId="47"/>
        <pc:sldMkLst>
          <pc:docMk/>
          <pc:sldMk cId="39235005" sldId="264"/>
        </pc:sldMkLst>
      </pc:sldChg>
      <pc:sldChg chg="addSp modSp add mod">
        <pc:chgData name="Abhilash Puthanveettil Madathil" userId="d8011305-fc6a-4624-9916-5f1faf71aa6c" providerId="ADAL" clId="{5CBF45CB-4E0E-477E-96C4-1153B12CF362}" dt="2025-09-12T09:35:38.198" v="994" actId="1076"/>
        <pc:sldMkLst>
          <pc:docMk/>
          <pc:sldMk cId="1501806569" sldId="264"/>
        </pc:sldMkLst>
      </pc:sldChg>
      <pc:sldChg chg="addSp delSp modSp add mod">
        <pc:chgData name="Abhilash Puthanveettil Madathil" userId="d8011305-fc6a-4624-9916-5f1faf71aa6c" providerId="ADAL" clId="{5CBF45CB-4E0E-477E-96C4-1153B12CF362}" dt="2025-09-12T09:28:55.635" v="870" actId="1076"/>
        <pc:sldMkLst>
          <pc:docMk/>
          <pc:sldMk cId="4155161756" sldId="265"/>
        </pc:sldMkLst>
      </pc:sldChg>
      <pc:sldChg chg="modSp add del mod">
        <pc:chgData name="Abhilash Puthanveettil Madathil" userId="d8011305-fc6a-4624-9916-5f1faf71aa6c" providerId="ADAL" clId="{5CBF45CB-4E0E-477E-96C4-1153B12CF362}" dt="2025-09-12T09:26:21.698" v="825" actId="47"/>
        <pc:sldMkLst>
          <pc:docMk/>
          <pc:sldMk cId="2573085398" sldId="266"/>
        </pc:sldMkLst>
      </pc:sldChg>
      <pc:sldChg chg="add del">
        <pc:chgData name="Abhilash Puthanveettil Madathil" userId="d8011305-fc6a-4624-9916-5f1faf71aa6c" providerId="ADAL" clId="{5CBF45CB-4E0E-477E-96C4-1153B12CF362}" dt="2025-09-12T09:26:21.698" v="825" actId="47"/>
        <pc:sldMkLst>
          <pc:docMk/>
          <pc:sldMk cId="4195532272" sldId="267"/>
        </pc:sldMkLst>
      </pc:sldChg>
      <pc:sldChg chg="del">
        <pc:chgData name="Abhilash Puthanveettil Madathil" userId="d8011305-fc6a-4624-9916-5f1faf71aa6c" providerId="ADAL" clId="{5CBF45CB-4E0E-477E-96C4-1153B12CF362}" dt="2025-09-11T08:12:02.012" v="156" actId="47"/>
        <pc:sldMkLst>
          <pc:docMk/>
          <pc:sldMk cId="3488900210" sldId="5247"/>
        </pc:sldMkLst>
      </pc:sldChg>
      <pc:sldChg chg="del">
        <pc:chgData name="Abhilash Puthanveettil Madathil" userId="d8011305-fc6a-4624-9916-5f1faf71aa6c" providerId="ADAL" clId="{5CBF45CB-4E0E-477E-96C4-1153B12CF362}" dt="2025-09-11T08:12:02.012" v="156" actId="47"/>
        <pc:sldMkLst>
          <pc:docMk/>
          <pc:sldMk cId="710305279" sldId="5248"/>
        </pc:sldMkLst>
      </pc:sldChg>
      <pc:sldChg chg="del">
        <pc:chgData name="Abhilash Puthanveettil Madathil" userId="d8011305-fc6a-4624-9916-5f1faf71aa6c" providerId="ADAL" clId="{5CBF45CB-4E0E-477E-96C4-1153B12CF362}" dt="2025-09-11T08:12:02.012" v="156" actId="47"/>
        <pc:sldMkLst>
          <pc:docMk/>
          <pc:sldMk cId="309449199" sldId="5250"/>
        </pc:sldMkLst>
      </pc:sldChg>
      <pc:sldChg chg="del">
        <pc:chgData name="Abhilash Puthanveettil Madathil" userId="d8011305-fc6a-4624-9916-5f1faf71aa6c" providerId="ADAL" clId="{5CBF45CB-4E0E-477E-96C4-1153B12CF362}" dt="2025-09-11T08:12:02.012" v="156" actId="47"/>
        <pc:sldMkLst>
          <pc:docMk/>
          <pc:sldMk cId="2770934003" sldId="5251"/>
        </pc:sldMkLst>
      </pc:sldChg>
      <pc:sldChg chg="del">
        <pc:chgData name="Abhilash Puthanveettil Madathil" userId="d8011305-fc6a-4624-9916-5f1faf71aa6c" providerId="ADAL" clId="{5CBF45CB-4E0E-477E-96C4-1153B12CF362}" dt="2025-09-11T08:12:02.012" v="156" actId="47"/>
        <pc:sldMkLst>
          <pc:docMk/>
          <pc:sldMk cId="3216463083" sldId="5254"/>
        </pc:sldMkLst>
      </pc:sldChg>
      <pc:sldChg chg="del">
        <pc:chgData name="Abhilash Puthanveettil Madathil" userId="d8011305-fc6a-4624-9916-5f1faf71aa6c" providerId="ADAL" clId="{5CBF45CB-4E0E-477E-96C4-1153B12CF362}" dt="2025-09-11T08:12:02.012" v="156" actId="47"/>
        <pc:sldMkLst>
          <pc:docMk/>
          <pc:sldMk cId="2994739329" sldId="5255"/>
        </pc:sldMkLst>
      </pc:sldChg>
      <pc:sldChg chg="modSp mod">
        <pc:chgData name="Abhilash Puthanveettil Madathil" userId="d8011305-fc6a-4624-9916-5f1faf71aa6c" providerId="ADAL" clId="{5CBF45CB-4E0E-477E-96C4-1153B12CF362}" dt="2025-09-12T13:55:07.270" v="1540" actId="20577"/>
        <pc:sldMkLst>
          <pc:docMk/>
          <pc:sldMk cId="3516092615" sldId="5257"/>
        </pc:sldMkLst>
      </pc:sldChg>
      <pc:sldChg chg="del">
        <pc:chgData name="Abhilash Puthanveettil Madathil" userId="d8011305-fc6a-4624-9916-5f1faf71aa6c" providerId="ADAL" clId="{5CBF45CB-4E0E-477E-96C4-1153B12CF362}" dt="2025-09-11T08:12:02.012" v="156" actId="47"/>
        <pc:sldMkLst>
          <pc:docMk/>
          <pc:sldMk cId="3678424862" sldId="5258"/>
        </pc:sldMkLst>
      </pc:sldChg>
      <pc:sldChg chg="del">
        <pc:chgData name="Abhilash Puthanveettil Madathil" userId="d8011305-fc6a-4624-9916-5f1faf71aa6c" providerId="ADAL" clId="{5CBF45CB-4E0E-477E-96C4-1153B12CF362}" dt="2025-09-11T08:12:02.012" v="156" actId="47"/>
        <pc:sldMkLst>
          <pc:docMk/>
          <pc:sldMk cId="4009837664" sldId="5259"/>
        </pc:sldMkLst>
      </pc:sldChg>
      <pc:sldChg chg="del">
        <pc:chgData name="Abhilash Puthanveettil Madathil" userId="d8011305-fc6a-4624-9916-5f1faf71aa6c" providerId="ADAL" clId="{5CBF45CB-4E0E-477E-96C4-1153B12CF362}" dt="2025-09-11T08:12:02.012" v="156" actId="47"/>
        <pc:sldMkLst>
          <pc:docMk/>
          <pc:sldMk cId="2450018730" sldId="5260"/>
        </pc:sldMkLst>
      </pc:sldChg>
      <pc:sldChg chg="del">
        <pc:chgData name="Abhilash Puthanveettil Madathil" userId="d8011305-fc6a-4624-9916-5f1faf71aa6c" providerId="ADAL" clId="{5CBF45CB-4E0E-477E-96C4-1153B12CF362}" dt="2025-09-11T08:12:02.012" v="156" actId="47"/>
        <pc:sldMkLst>
          <pc:docMk/>
          <pc:sldMk cId="2375682626" sldId="5261"/>
        </pc:sldMkLst>
      </pc:sldChg>
      <pc:sldChg chg="del">
        <pc:chgData name="Abhilash Puthanveettil Madathil" userId="d8011305-fc6a-4624-9916-5f1faf71aa6c" providerId="ADAL" clId="{5CBF45CB-4E0E-477E-96C4-1153B12CF362}" dt="2025-09-11T08:12:02.012" v="156" actId="47"/>
        <pc:sldMkLst>
          <pc:docMk/>
          <pc:sldMk cId="1690692097" sldId="5262"/>
        </pc:sldMkLst>
      </pc:sldChg>
      <pc:sldChg chg="del">
        <pc:chgData name="Abhilash Puthanveettil Madathil" userId="d8011305-fc6a-4624-9916-5f1faf71aa6c" providerId="ADAL" clId="{5CBF45CB-4E0E-477E-96C4-1153B12CF362}" dt="2025-09-11T08:12:02.012" v="156" actId="47"/>
        <pc:sldMkLst>
          <pc:docMk/>
          <pc:sldMk cId="897571022" sldId="5263"/>
        </pc:sldMkLst>
      </pc:sldChg>
      <pc:sldChg chg="del">
        <pc:chgData name="Abhilash Puthanveettil Madathil" userId="d8011305-fc6a-4624-9916-5f1faf71aa6c" providerId="ADAL" clId="{5CBF45CB-4E0E-477E-96C4-1153B12CF362}" dt="2025-09-11T08:12:02.012" v="156" actId="47"/>
        <pc:sldMkLst>
          <pc:docMk/>
          <pc:sldMk cId="30811195" sldId="5264"/>
        </pc:sldMkLst>
      </pc:sldChg>
      <pc:sldChg chg="del">
        <pc:chgData name="Abhilash Puthanveettil Madathil" userId="d8011305-fc6a-4624-9916-5f1faf71aa6c" providerId="ADAL" clId="{5CBF45CB-4E0E-477E-96C4-1153B12CF362}" dt="2025-09-11T08:12:02.012" v="156" actId="47"/>
        <pc:sldMkLst>
          <pc:docMk/>
          <pc:sldMk cId="3385321015" sldId="5265"/>
        </pc:sldMkLst>
      </pc:sldChg>
      <pc:sldChg chg="del">
        <pc:chgData name="Abhilash Puthanveettil Madathil" userId="d8011305-fc6a-4624-9916-5f1faf71aa6c" providerId="ADAL" clId="{5CBF45CB-4E0E-477E-96C4-1153B12CF362}" dt="2025-09-11T08:12:02.012" v="156" actId="47"/>
        <pc:sldMkLst>
          <pc:docMk/>
          <pc:sldMk cId="1663525828" sldId="5266"/>
        </pc:sldMkLst>
      </pc:sldChg>
      <pc:sldChg chg="del">
        <pc:chgData name="Abhilash Puthanveettil Madathil" userId="d8011305-fc6a-4624-9916-5f1faf71aa6c" providerId="ADAL" clId="{5CBF45CB-4E0E-477E-96C4-1153B12CF362}" dt="2025-09-11T08:12:02.012" v="156" actId="47"/>
        <pc:sldMkLst>
          <pc:docMk/>
          <pc:sldMk cId="2017152809" sldId="5267"/>
        </pc:sldMkLst>
      </pc:sldChg>
      <pc:sldChg chg="del">
        <pc:chgData name="Abhilash Puthanveettil Madathil" userId="d8011305-fc6a-4624-9916-5f1faf71aa6c" providerId="ADAL" clId="{5CBF45CB-4E0E-477E-96C4-1153B12CF362}" dt="2025-09-11T08:12:02.012" v="156" actId="47"/>
        <pc:sldMkLst>
          <pc:docMk/>
          <pc:sldMk cId="3503091294" sldId="5268"/>
        </pc:sldMkLst>
      </pc:sldChg>
      <pc:sldChg chg="del">
        <pc:chgData name="Abhilash Puthanveettil Madathil" userId="d8011305-fc6a-4624-9916-5f1faf71aa6c" providerId="ADAL" clId="{5CBF45CB-4E0E-477E-96C4-1153B12CF362}" dt="2025-09-11T08:12:02.012" v="156" actId="47"/>
        <pc:sldMkLst>
          <pc:docMk/>
          <pc:sldMk cId="2400111494" sldId="5269"/>
        </pc:sldMkLst>
      </pc:sldChg>
      <pc:sldChg chg="del">
        <pc:chgData name="Abhilash Puthanveettil Madathil" userId="d8011305-fc6a-4624-9916-5f1faf71aa6c" providerId="ADAL" clId="{5CBF45CB-4E0E-477E-96C4-1153B12CF362}" dt="2025-09-11T08:12:02.012" v="156" actId="47"/>
        <pc:sldMkLst>
          <pc:docMk/>
          <pc:sldMk cId="1073244060" sldId="5270"/>
        </pc:sldMkLst>
      </pc:sldChg>
      <pc:sldChg chg="addSp modSp mod modAnim">
        <pc:chgData name="Abhilash Puthanveettil Madathil" userId="d8011305-fc6a-4624-9916-5f1faf71aa6c" providerId="ADAL" clId="{5CBF45CB-4E0E-477E-96C4-1153B12CF362}" dt="2025-09-12T09:44:28.122" v="1028"/>
        <pc:sldMkLst>
          <pc:docMk/>
          <pc:sldMk cId="200159108" sldId="5274"/>
        </pc:sldMkLst>
      </pc:sldChg>
      <pc:sldChg chg="addSp modSp mod modAnim">
        <pc:chgData name="Abhilash Puthanveettil Madathil" userId="d8011305-fc6a-4624-9916-5f1faf71aa6c" providerId="ADAL" clId="{5CBF45CB-4E0E-477E-96C4-1153B12CF362}" dt="2025-09-12T09:37:56.097" v="1001"/>
        <pc:sldMkLst>
          <pc:docMk/>
          <pc:sldMk cId="3465983915" sldId="5275"/>
        </pc:sldMkLst>
      </pc:sldChg>
      <pc:sldChg chg="addSp modSp mod modAnim">
        <pc:chgData name="Abhilash Puthanveettil Madathil" userId="d8011305-fc6a-4624-9916-5f1faf71aa6c" providerId="ADAL" clId="{5CBF45CB-4E0E-477E-96C4-1153B12CF362}" dt="2025-09-12T09:39:14.465" v="1007"/>
        <pc:sldMkLst>
          <pc:docMk/>
          <pc:sldMk cId="44286736" sldId="5276"/>
        </pc:sldMkLst>
      </pc:sldChg>
      <pc:sldChg chg="addSp modSp mod modAnim">
        <pc:chgData name="Abhilash Puthanveettil Madathil" userId="d8011305-fc6a-4624-9916-5f1faf71aa6c" providerId="ADAL" clId="{5CBF45CB-4E0E-477E-96C4-1153B12CF362}" dt="2025-09-12T09:41:49.316" v="1015"/>
        <pc:sldMkLst>
          <pc:docMk/>
          <pc:sldMk cId="1285627370" sldId="5277"/>
        </pc:sldMkLst>
      </pc:sldChg>
      <pc:sldChg chg="addSp modSp mod modAnim">
        <pc:chgData name="Abhilash Puthanveettil Madathil" userId="d8011305-fc6a-4624-9916-5f1faf71aa6c" providerId="ADAL" clId="{5CBF45CB-4E0E-477E-96C4-1153B12CF362}" dt="2025-09-12T09:44:01.610" v="1023"/>
        <pc:sldMkLst>
          <pc:docMk/>
          <pc:sldMk cId="3919837406" sldId="5278"/>
        </pc:sldMkLst>
      </pc:sldChg>
      <pc:sldChg chg="new del">
        <pc:chgData name="Abhilash Puthanveettil Madathil" userId="d8011305-fc6a-4624-9916-5f1faf71aa6c" providerId="ADAL" clId="{5CBF45CB-4E0E-477E-96C4-1153B12CF362}" dt="2025-09-11T08:01:27.146" v="4" actId="47"/>
        <pc:sldMkLst>
          <pc:docMk/>
          <pc:sldMk cId="1247924721" sldId="5279"/>
        </pc:sldMkLst>
      </pc:sldChg>
      <pc:sldChg chg="addSp delSp modSp add mod modAnim">
        <pc:chgData name="Abhilash Puthanveettil Madathil" userId="d8011305-fc6a-4624-9916-5f1faf71aa6c" providerId="ADAL" clId="{5CBF45CB-4E0E-477E-96C4-1153B12CF362}" dt="2025-09-12T10:11:32.539" v="1539" actId="313"/>
        <pc:sldMkLst>
          <pc:docMk/>
          <pc:sldMk cId="1282305084" sldId="5280"/>
        </pc:sldMkLst>
      </pc:sldChg>
      <pc:sldChg chg="addSp delSp modSp add mod">
        <pc:chgData name="Abhilash Puthanveettil Madathil" userId="d8011305-fc6a-4624-9916-5f1faf71aa6c" providerId="ADAL" clId="{5CBF45CB-4E0E-477E-96C4-1153B12CF362}" dt="2025-09-11T11:40:56.119" v="501" actId="1076"/>
        <pc:sldMkLst>
          <pc:docMk/>
          <pc:sldMk cId="114895107" sldId="5281"/>
        </pc:sldMkLst>
      </pc:sldChg>
      <pc:sldChg chg="addSp delSp modSp add del mod">
        <pc:chgData name="Abhilash Puthanveettil Madathil" userId="d8011305-fc6a-4624-9916-5f1faf71aa6c" providerId="ADAL" clId="{5CBF45CB-4E0E-477E-96C4-1153B12CF362}" dt="2025-09-12T08:54:13.444" v="571" actId="47"/>
        <pc:sldMkLst>
          <pc:docMk/>
          <pc:sldMk cId="466345368" sldId="5282"/>
        </pc:sldMkLst>
      </pc:sldChg>
      <pc:sldChg chg="addSp delSp modSp new mod">
        <pc:chgData name="Abhilash Puthanveettil Madathil" userId="d8011305-fc6a-4624-9916-5f1faf71aa6c" providerId="ADAL" clId="{5CBF45CB-4E0E-477E-96C4-1153B12CF362}" dt="2025-09-12T09:31:48.109" v="871" actId="108"/>
        <pc:sldMkLst>
          <pc:docMk/>
          <pc:sldMk cId="3296916716" sldId="5283"/>
        </pc:sldMkLst>
      </pc:sldChg>
      <pc:sldChg chg="addSp delSp modSp add mod ord modAnim">
        <pc:chgData name="Abhilash Puthanveettil Madathil" userId="d8011305-fc6a-4624-9916-5f1faf71aa6c" providerId="ADAL" clId="{5CBF45CB-4E0E-477E-96C4-1153B12CF362}" dt="2025-09-12T09:11:40.892" v="742" actId="20577"/>
        <pc:sldMkLst>
          <pc:docMk/>
          <pc:sldMk cId="3278409490" sldId="5284"/>
        </pc:sldMkLst>
      </pc:sldChg>
      <pc:sldChg chg="modSp add mod">
        <pc:chgData name="Abhilash Puthanveettil Madathil" userId="d8011305-fc6a-4624-9916-5f1faf71aa6c" providerId="ADAL" clId="{5CBF45CB-4E0E-477E-96C4-1153B12CF362}" dt="2025-09-12T09:06:12.232" v="587" actId="2710"/>
        <pc:sldMkLst>
          <pc:docMk/>
          <pc:sldMk cId="1180591358" sldId="5285"/>
        </pc:sldMkLst>
      </pc:sldChg>
      <pc:sldChg chg="addSp delSp modSp new mod">
        <pc:chgData name="Abhilash Puthanveettil Madathil" userId="d8011305-fc6a-4624-9916-5f1faf71aa6c" providerId="ADAL" clId="{5CBF45CB-4E0E-477E-96C4-1153B12CF362}" dt="2025-09-12T09:49:40.463" v="1163" actId="1076"/>
        <pc:sldMkLst>
          <pc:docMk/>
          <pc:sldMk cId="3712259471" sldId="5286"/>
        </pc:sldMkLst>
      </pc:sldChg>
      <pc:sldMasterChg chg="delSldLayout">
        <pc:chgData name="Abhilash Puthanveettil Madathil" userId="d8011305-fc6a-4624-9916-5f1faf71aa6c" providerId="ADAL" clId="{5CBF45CB-4E0E-477E-96C4-1153B12CF362}" dt="2025-09-11T08:12:02.012" v="156" actId="47"/>
        <pc:sldMasterMkLst>
          <pc:docMk/>
          <pc:sldMasterMk cId="2866590782" sldId="2147483680"/>
        </pc:sldMasterMkLst>
        <pc:sldLayoutChg chg="del">
          <pc:chgData name="Abhilash Puthanveettil Madathil" userId="d8011305-fc6a-4624-9916-5f1faf71aa6c" providerId="ADAL" clId="{5CBF45CB-4E0E-477E-96C4-1153B12CF362}" dt="2025-09-11T08:12:02.012" v="156" actId="47"/>
          <pc:sldLayoutMkLst>
            <pc:docMk/>
            <pc:sldMasterMk cId="2866590782" sldId="2147483680"/>
            <pc:sldLayoutMk cId="908172764" sldId="2147483697"/>
          </pc:sldLayoutMkLst>
        </pc:sldLayoutChg>
      </pc:sldMasterChg>
    </pc:docChg>
  </pc:docChgLst>
  <pc:docChgLst>
    <pc:chgData name="Abhilash Puthanveettil Madathil" userId="d8011305-fc6a-4624-9916-5f1faf71aa6c" providerId="ADAL" clId="{24B81A1C-B6C0-4337-9379-9E6B49D58557}"/>
    <pc:docChg chg="undo custSel addSld delSld modSld sldOrd">
      <pc:chgData name="Abhilash Puthanveettil Madathil" userId="d8011305-fc6a-4624-9916-5f1faf71aa6c" providerId="ADAL" clId="{24B81A1C-B6C0-4337-9379-9E6B49D58557}" dt="2025-09-05T11:08:58.478" v="1479" actId="1076"/>
      <pc:docMkLst>
        <pc:docMk/>
      </pc:docMkLst>
      <pc:sldChg chg="del">
        <pc:chgData name="Abhilash Puthanveettil Madathil" userId="d8011305-fc6a-4624-9916-5f1faf71aa6c" providerId="ADAL" clId="{24B81A1C-B6C0-4337-9379-9E6B49D58557}" dt="2025-09-03T13:44:04.399" v="0" actId="47"/>
        <pc:sldMkLst>
          <pc:docMk/>
          <pc:sldMk cId="2749156522" sldId="259"/>
        </pc:sldMkLst>
      </pc:sldChg>
      <pc:sldChg chg="del">
        <pc:chgData name="Abhilash Puthanveettil Madathil" userId="d8011305-fc6a-4624-9916-5f1faf71aa6c" providerId="ADAL" clId="{24B81A1C-B6C0-4337-9379-9E6B49D58557}" dt="2025-09-03T13:44:04.399" v="0" actId="47"/>
        <pc:sldMkLst>
          <pc:docMk/>
          <pc:sldMk cId="830544612" sldId="5238"/>
        </pc:sldMkLst>
      </pc:sldChg>
      <pc:sldChg chg="del">
        <pc:chgData name="Abhilash Puthanveettil Madathil" userId="d8011305-fc6a-4624-9916-5f1faf71aa6c" providerId="ADAL" clId="{24B81A1C-B6C0-4337-9379-9E6B49D58557}" dt="2025-09-03T13:44:04.399" v="0" actId="47"/>
        <pc:sldMkLst>
          <pc:docMk/>
          <pc:sldMk cId="24211103" sldId="5239"/>
        </pc:sldMkLst>
      </pc:sldChg>
      <pc:sldChg chg="del">
        <pc:chgData name="Abhilash Puthanveettil Madathil" userId="d8011305-fc6a-4624-9916-5f1faf71aa6c" providerId="ADAL" clId="{24B81A1C-B6C0-4337-9379-9E6B49D58557}" dt="2025-09-03T13:44:04.399" v="0" actId="47"/>
        <pc:sldMkLst>
          <pc:docMk/>
          <pc:sldMk cId="424486533" sldId="5240"/>
        </pc:sldMkLst>
      </pc:sldChg>
      <pc:sldChg chg="del">
        <pc:chgData name="Abhilash Puthanveettil Madathil" userId="d8011305-fc6a-4624-9916-5f1faf71aa6c" providerId="ADAL" clId="{24B81A1C-B6C0-4337-9379-9E6B49D58557}" dt="2025-09-03T13:44:04.399" v="0" actId="47"/>
        <pc:sldMkLst>
          <pc:docMk/>
          <pc:sldMk cId="1888016838" sldId="5241"/>
        </pc:sldMkLst>
      </pc:sldChg>
      <pc:sldChg chg="del">
        <pc:chgData name="Abhilash Puthanveettil Madathil" userId="d8011305-fc6a-4624-9916-5f1faf71aa6c" providerId="ADAL" clId="{24B81A1C-B6C0-4337-9379-9E6B49D58557}" dt="2025-09-03T13:44:04.399" v="0" actId="47"/>
        <pc:sldMkLst>
          <pc:docMk/>
          <pc:sldMk cId="1985867615" sldId="5242"/>
        </pc:sldMkLst>
      </pc:sldChg>
      <pc:sldChg chg="del">
        <pc:chgData name="Abhilash Puthanveettil Madathil" userId="d8011305-fc6a-4624-9916-5f1faf71aa6c" providerId="ADAL" clId="{24B81A1C-B6C0-4337-9379-9E6B49D58557}" dt="2025-09-03T13:44:04.399" v="0" actId="47"/>
        <pc:sldMkLst>
          <pc:docMk/>
          <pc:sldMk cId="1040671412" sldId="5243"/>
        </pc:sldMkLst>
      </pc:sldChg>
      <pc:sldChg chg="del">
        <pc:chgData name="Abhilash Puthanveettil Madathil" userId="d8011305-fc6a-4624-9916-5f1faf71aa6c" providerId="ADAL" clId="{24B81A1C-B6C0-4337-9379-9E6B49D58557}" dt="2025-09-03T13:44:04.399" v="0" actId="47"/>
        <pc:sldMkLst>
          <pc:docMk/>
          <pc:sldMk cId="872343653" sldId="5244"/>
        </pc:sldMkLst>
      </pc:sldChg>
      <pc:sldChg chg="del">
        <pc:chgData name="Abhilash Puthanveettil Madathil" userId="d8011305-fc6a-4624-9916-5f1faf71aa6c" providerId="ADAL" clId="{24B81A1C-B6C0-4337-9379-9E6B49D58557}" dt="2025-09-03T13:44:04.399" v="0" actId="47"/>
        <pc:sldMkLst>
          <pc:docMk/>
          <pc:sldMk cId="3093455659" sldId="5246"/>
        </pc:sldMkLst>
      </pc:sldChg>
      <pc:sldChg chg="del">
        <pc:chgData name="Abhilash Puthanveettil Madathil" userId="d8011305-fc6a-4624-9916-5f1faf71aa6c" providerId="ADAL" clId="{24B81A1C-B6C0-4337-9379-9E6B49D58557}" dt="2025-09-03T13:44:04.399" v="0" actId="47"/>
        <pc:sldMkLst>
          <pc:docMk/>
          <pc:sldMk cId="1364485425" sldId="5249"/>
        </pc:sldMkLst>
      </pc:sldChg>
      <pc:sldChg chg="del">
        <pc:chgData name="Abhilash Puthanveettil Madathil" userId="d8011305-fc6a-4624-9916-5f1faf71aa6c" providerId="ADAL" clId="{24B81A1C-B6C0-4337-9379-9E6B49D58557}" dt="2025-09-03T13:44:04.399" v="0" actId="47"/>
        <pc:sldMkLst>
          <pc:docMk/>
          <pc:sldMk cId="3833758513" sldId="5252"/>
        </pc:sldMkLst>
      </pc:sldChg>
      <pc:sldChg chg="del">
        <pc:chgData name="Abhilash Puthanveettil Madathil" userId="d8011305-fc6a-4624-9916-5f1faf71aa6c" providerId="ADAL" clId="{24B81A1C-B6C0-4337-9379-9E6B49D58557}" dt="2025-09-03T13:44:04.399" v="0" actId="47"/>
        <pc:sldMkLst>
          <pc:docMk/>
          <pc:sldMk cId="470072454" sldId="5256"/>
        </pc:sldMkLst>
      </pc:sldChg>
      <pc:sldChg chg="new del ord">
        <pc:chgData name="Abhilash Puthanveettil Madathil" userId="d8011305-fc6a-4624-9916-5f1faf71aa6c" providerId="ADAL" clId="{24B81A1C-B6C0-4337-9379-9E6B49D58557}" dt="2025-09-03T13:44:15.827" v="5" actId="2696"/>
        <pc:sldMkLst>
          <pc:docMk/>
          <pc:sldMk cId="1258510351" sldId="5256"/>
        </pc:sldMkLst>
      </pc:sldChg>
      <pc:sldChg chg="del">
        <pc:chgData name="Abhilash Puthanveettil Madathil" userId="d8011305-fc6a-4624-9916-5f1faf71aa6c" providerId="ADAL" clId="{24B81A1C-B6C0-4337-9379-9E6B49D58557}" dt="2025-09-03T13:44:04.399" v="0" actId="47"/>
        <pc:sldMkLst>
          <pc:docMk/>
          <pc:sldMk cId="966834390" sldId="5257"/>
        </pc:sldMkLst>
      </pc:sldChg>
      <pc:sldChg chg="modSp new mod ord">
        <pc:chgData name="Abhilash Puthanveettil Madathil" userId="d8011305-fc6a-4624-9916-5f1faf71aa6c" providerId="ADAL" clId="{24B81A1C-B6C0-4337-9379-9E6B49D58557}" dt="2025-09-05T06:47:01.805" v="432" actId="20577"/>
        <pc:sldMkLst>
          <pc:docMk/>
          <pc:sldMk cId="3516092615" sldId="5257"/>
        </pc:sldMkLst>
      </pc:sldChg>
      <pc:sldChg chg="addSp modSp new mod">
        <pc:chgData name="Abhilash Puthanveettil Madathil" userId="d8011305-fc6a-4624-9916-5f1faf71aa6c" providerId="ADAL" clId="{24B81A1C-B6C0-4337-9379-9E6B49D58557}" dt="2025-09-05T06:52:50.391" v="589" actId="20577"/>
        <pc:sldMkLst>
          <pc:docMk/>
          <pc:sldMk cId="30811195" sldId="5264"/>
        </pc:sldMkLst>
      </pc:sldChg>
      <pc:sldChg chg="addSp delSp modSp add mod">
        <pc:chgData name="Abhilash Puthanveettil Madathil" userId="d8011305-fc6a-4624-9916-5f1faf71aa6c" providerId="ADAL" clId="{24B81A1C-B6C0-4337-9379-9E6B49D58557}" dt="2025-09-05T08:47:45.629" v="835"/>
        <pc:sldMkLst>
          <pc:docMk/>
          <pc:sldMk cId="3385321015" sldId="5265"/>
        </pc:sldMkLst>
      </pc:sldChg>
      <pc:sldChg chg="addSp delSp modSp add mod">
        <pc:chgData name="Abhilash Puthanveettil Madathil" userId="d8011305-fc6a-4624-9916-5f1faf71aa6c" providerId="ADAL" clId="{24B81A1C-B6C0-4337-9379-9E6B49D58557}" dt="2025-09-05T08:47:33.247" v="831" actId="20577"/>
        <pc:sldMkLst>
          <pc:docMk/>
          <pc:sldMk cId="1663525828" sldId="5266"/>
        </pc:sldMkLst>
      </pc:sldChg>
      <pc:sldChg chg="addSp delSp modSp add mod">
        <pc:chgData name="Abhilash Puthanveettil Madathil" userId="d8011305-fc6a-4624-9916-5f1faf71aa6c" providerId="ADAL" clId="{24B81A1C-B6C0-4337-9379-9E6B49D58557}" dt="2025-09-05T08:47:41.252" v="833"/>
        <pc:sldMkLst>
          <pc:docMk/>
          <pc:sldMk cId="2017152809" sldId="5267"/>
        </pc:sldMkLst>
      </pc:sldChg>
      <pc:sldChg chg="addSp delSp modSp add mod">
        <pc:chgData name="Abhilash Puthanveettil Madathil" userId="d8011305-fc6a-4624-9916-5f1faf71aa6c" providerId="ADAL" clId="{24B81A1C-B6C0-4337-9379-9E6B49D58557}" dt="2025-09-05T08:47:49.363" v="837"/>
        <pc:sldMkLst>
          <pc:docMk/>
          <pc:sldMk cId="3503091294" sldId="5268"/>
        </pc:sldMkLst>
      </pc:sldChg>
      <pc:sldChg chg="addSp delSp modSp add mod">
        <pc:chgData name="Abhilash Puthanveettil Madathil" userId="d8011305-fc6a-4624-9916-5f1faf71aa6c" providerId="ADAL" clId="{24B81A1C-B6C0-4337-9379-9E6B49D58557}" dt="2025-09-05T08:48:03.429" v="840" actId="108"/>
        <pc:sldMkLst>
          <pc:docMk/>
          <pc:sldMk cId="2400111494" sldId="5269"/>
        </pc:sldMkLst>
      </pc:sldChg>
      <pc:sldChg chg="addSp delSp modSp add mod">
        <pc:chgData name="Abhilash Puthanveettil Madathil" userId="d8011305-fc6a-4624-9916-5f1faf71aa6c" providerId="ADAL" clId="{24B81A1C-B6C0-4337-9379-9E6B49D58557}" dt="2025-09-05T08:48:55.324" v="848" actId="1076"/>
        <pc:sldMkLst>
          <pc:docMk/>
          <pc:sldMk cId="1073244060" sldId="5270"/>
        </pc:sldMkLst>
      </pc:sldChg>
      <pc:sldChg chg="new del">
        <pc:chgData name="Abhilash Puthanveettil Madathil" userId="d8011305-fc6a-4624-9916-5f1faf71aa6c" providerId="ADAL" clId="{24B81A1C-B6C0-4337-9379-9E6B49D58557}" dt="2025-09-05T10:19:32.354" v="924" actId="47"/>
        <pc:sldMkLst>
          <pc:docMk/>
          <pc:sldMk cId="3176681252" sldId="5271"/>
        </pc:sldMkLst>
      </pc:sldChg>
      <pc:sldChg chg="addSp delSp modSp add del mod">
        <pc:chgData name="Abhilash Puthanveettil Madathil" userId="d8011305-fc6a-4624-9916-5f1faf71aa6c" providerId="ADAL" clId="{24B81A1C-B6C0-4337-9379-9E6B49D58557}" dt="2025-09-05T10:31:43.968" v="1140" actId="47"/>
        <pc:sldMkLst>
          <pc:docMk/>
          <pc:sldMk cId="3091476292" sldId="5272"/>
        </pc:sldMkLst>
      </pc:sldChg>
      <pc:sldChg chg="addSp modSp add mod">
        <pc:chgData name="Abhilash Puthanveettil Madathil" userId="d8011305-fc6a-4624-9916-5f1faf71aa6c" providerId="ADAL" clId="{24B81A1C-B6C0-4337-9379-9E6B49D58557}" dt="2025-09-05T11:08:58.478" v="1479" actId="1076"/>
        <pc:sldMkLst>
          <pc:docMk/>
          <pc:sldMk cId="1961750020" sldId="5273"/>
        </pc:sldMkLst>
      </pc:sldChg>
      <pc:sldChg chg="addSp delSp modSp new mod">
        <pc:chgData name="Abhilash Puthanveettil Madathil" userId="d8011305-fc6a-4624-9916-5f1faf71aa6c" providerId="ADAL" clId="{24B81A1C-B6C0-4337-9379-9E6B49D58557}" dt="2025-09-05T11:07:38.050" v="1474" actId="58"/>
        <pc:sldMkLst>
          <pc:docMk/>
          <pc:sldMk cId="200159108" sldId="5274"/>
        </pc:sldMkLst>
      </pc:sldChg>
      <pc:sldChg chg="addSp delSp modSp new mod">
        <pc:chgData name="Abhilash Puthanveettil Madathil" userId="d8011305-fc6a-4624-9916-5f1faf71aa6c" providerId="ADAL" clId="{24B81A1C-B6C0-4337-9379-9E6B49D58557}" dt="2025-09-05T11:05:40.590" v="1445" actId="208"/>
        <pc:sldMkLst>
          <pc:docMk/>
          <pc:sldMk cId="3465983915" sldId="5275"/>
        </pc:sldMkLst>
      </pc:sldChg>
      <pc:sldChg chg="addSp delSp modSp add mod">
        <pc:chgData name="Abhilash Puthanveettil Madathil" userId="d8011305-fc6a-4624-9916-5f1faf71aa6c" providerId="ADAL" clId="{24B81A1C-B6C0-4337-9379-9E6B49D58557}" dt="2025-09-05T11:05:59.152" v="1452" actId="1076"/>
        <pc:sldMkLst>
          <pc:docMk/>
          <pc:sldMk cId="44286736" sldId="5276"/>
        </pc:sldMkLst>
      </pc:sldChg>
      <pc:sldChg chg="addSp delSp modSp add mod">
        <pc:chgData name="Abhilash Puthanveettil Madathil" userId="d8011305-fc6a-4624-9916-5f1faf71aa6c" providerId="ADAL" clId="{24B81A1C-B6C0-4337-9379-9E6B49D58557}" dt="2025-09-05T11:06:20.589" v="1460" actId="1076"/>
        <pc:sldMkLst>
          <pc:docMk/>
          <pc:sldMk cId="1285627370" sldId="5277"/>
        </pc:sldMkLst>
      </pc:sldChg>
      <pc:sldChg chg="addSp delSp modSp add mod">
        <pc:chgData name="Abhilash Puthanveettil Madathil" userId="d8011305-fc6a-4624-9916-5f1faf71aa6c" providerId="ADAL" clId="{24B81A1C-B6C0-4337-9379-9E6B49D58557}" dt="2025-09-05T11:06:52.331" v="1468" actId="688"/>
        <pc:sldMkLst>
          <pc:docMk/>
          <pc:sldMk cId="3919837406" sldId="5278"/>
        </pc:sldMkLst>
      </pc:sldChg>
      <pc:sldChg chg="add del">
        <pc:chgData name="Abhilash Puthanveettil Madathil" userId="d8011305-fc6a-4624-9916-5f1faf71aa6c" providerId="ADAL" clId="{24B81A1C-B6C0-4337-9379-9E6B49D58557}" dt="2025-09-05T11:02:01.091" v="1393"/>
        <pc:sldMkLst>
          <pc:docMk/>
          <pc:sldMk cId="495947576" sldId="5279"/>
        </pc:sldMkLst>
      </pc:sldChg>
    </pc:docChg>
  </pc:docChgLst>
  <pc:docChgLst>
    <pc:chgData name="Abhilash Puthanveettil Madathil" userId="d8011305-fc6a-4624-9916-5f1faf71aa6c" providerId="ADAL" clId="{37D6176F-80B2-4EF5-B286-45320985E911}"/>
    <pc:docChg chg="custSel modSld">
      <pc:chgData name="Abhilash Puthanveettil Madathil" userId="d8011305-fc6a-4624-9916-5f1faf71aa6c" providerId="ADAL" clId="{37D6176F-80B2-4EF5-B286-45320985E911}" dt="2025-11-10T10:44:54.299" v="23" actId="27636"/>
      <pc:docMkLst>
        <pc:docMk/>
      </pc:docMkLst>
      <pc:sldChg chg="modSp mod">
        <pc:chgData name="Abhilash Puthanveettil Madathil" userId="d8011305-fc6a-4624-9916-5f1faf71aa6c" providerId="ADAL" clId="{37D6176F-80B2-4EF5-B286-45320985E911}" dt="2025-11-10T10:42:28.872" v="19" actId="5793"/>
        <pc:sldMkLst>
          <pc:docMk/>
          <pc:sldMk cId="1907673375" sldId="257"/>
        </pc:sldMkLst>
        <pc:spChg chg="mod">
          <ac:chgData name="Abhilash Puthanveettil Madathil" userId="d8011305-fc6a-4624-9916-5f1faf71aa6c" providerId="ADAL" clId="{37D6176F-80B2-4EF5-B286-45320985E911}" dt="2025-11-10T10:42:28.872" v="19" actId="5793"/>
          <ac:spMkLst>
            <pc:docMk/>
            <pc:sldMk cId="1907673375" sldId="257"/>
            <ac:spMk id="26" creationId="{25451483-8D7C-5343-AC73-67C6E4A0C645}"/>
          </ac:spMkLst>
        </pc:spChg>
      </pc:sldChg>
      <pc:sldChg chg="modSp mod">
        <pc:chgData name="Abhilash Puthanveettil Madathil" userId="d8011305-fc6a-4624-9916-5f1faf71aa6c" providerId="ADAL" clId="{37D6176F-80B2-4EF5-B286-45320985E911}" dt="2025-11-10T10:44:48.769" v="21" actId="20577"/>
        <pc:sldMkLst>
          <pc:docMk/>
          <pc:sldMk cId="3516092615" sldId="5257"/>
        </pc:sldMkLst>
        <pc:spChg chg="mod">
          <ac:chgData name="Abhilash Puthanveettil Madathil" userId="d8011305-fc6a-4624-9916-5f1faf71aa6c" providerId="ADAL" clId="{37D6176F-80B2-4EF5-B286-45320985E911}" dt="2025-11-10T10:44:48.769" v="21" actId="20577"/>
          <ac:spMkLst>
            <pc:docMk/>
            <pc:sldMk cId="3516092615" sldId="5257"/>
            <ac:spMk id="2" creationId="{5E8CA369-9724-D960-F4D0-4ADCB1896926}"/>
          </ac:spMkLst>
        </pc:spChg>
        <pc:spChg chg="mod">
          <ac:chgData name="Abhilash Puthanveettil Madathil" userId="d8011305-fc6a-4624-9916-5f1faf71aa6c" providerId="ADAL" clId="{37D6176F-80B2-4EF5-B286-45320985E911}" dt="2025-11-10T10:44:47.242" v="20" actId="20577"/>
          <ac:spMkLst>
            <pc:docMk/>
            <pc:sldMk cId="3516092615" sldId="5257"/>
            <ac:spMk id="3" creationId="{E9B6A08D-FA74-AA14-41A1-8217F362A038}"/>
          </ac:spMkLst>
        </pc:spChg>
      </pc:sldChg>
      <pc:sldChg chg="modSp mod">
        <pc:chgData name="Abhilash Puthanveettil Madathil" userId="d8011305-fc6a-4624-9916-5f1faf71aa6c" providerId="ADAL" clId="{37D6176F-80B2-4EF5-B286-45320985E911}" dt="2025-11-10T10:44:54.299" v="23" actId="27636"/>
        <pc:sldMkLst>
          <pc:docMk/>
          <pc:sldMk cId="1372548709" sldId="5262"/>
        </pc:sldMkLst>
        <pc:spChg chg="mod">
          <ac:chgData name="Abhilash Puthanveettil Madathil" userId="d8011305-fc6a-4624-9916-5f1faf71aa6c" providerId="ADAL" clId="{37D6176F-80B2-4EF5-B286-45320985E911}" dt="2025-11-10T10:44:54.299" v="23" actId="27636"/>
          <ac:spMkLst>
            <pc:docMk/>
            <pc:sldMk cId="1372548709" sldId="5262"/>
            <ac:spMk id="3" creationId="{EA0CC0B3-EC53-A608-0701-3D521E92E6DA}"/>
          </ac:spMkLst>
        </pc:spChg>
      </pc:sldChg>
    </pc:docChg>
  </pc:docChgLst>
  <pc:docChgLst>
    <pc:chgData name="Abhilash Puthanveettil Madathil" userId="d8011305-fc6a-4624-9916-5f1faf71aa6c" providerId="ADAL" clId="{23C840B2-036E-4C84-9BCD-E46F46244F1C}"/>
    <pc:docChg chg="undo custSel addSld delSld modSld sldOrd">
      <pc:chgData name="Abhilash Puthanveettil Madathil" userId="d8011305-fc6a-4624-9916-5f1faf71aa6c" providerId="ADAL" clId="{23C840B2-036E-4C84-9BCD-E46F46244F1C}" dt="2025-09-26T14:03:49.184" v="186" actId="1076"/>
      <pc:docMkLst>
        <pc:docMk/>
      </pc:docMkLst>
      <pc:sldChg chg="delSp modSp add mod setBg delDesignElem">
        <pc:chgData name="Abhilash Puthanveettil Madathil" userId="d8011305-fc6a-4624-9916-5f1faf71aa6c" providerId="ADAL" clId="{23C840B2-036E-4C84-9BCD-E46F46244F1C}" dt="2025-09-24T11:47:57.561" v="130" actId="6549"/>
        <pc:sldMkLst>
          <pc:docMk/>
          <pc:sldMk cId="449371103" sldId="256"/>
        </pc:sldMkLst>
      </pc:sldChg>
      <pc:sldChg chg="modSp mod">
        <pc:chgData name="Abhilash Puthanveettil Madathil" userId="d8011305-fc6a-4624-9916-5f1faf71aa6c" providerId="ADAL" clId="{23C840B2-036E-4C84-9BCD-E46F46244F1C}" dt="2025-09-26T14:03:05.488" v="179" actId="6549"/>
        <pc:sldMkLst>
          <pc:docMk/>
          <pc:sldMk cId="1907673375" sldId="257"/>
        </pc:sldMkLst>
      </pc:sldChg>
      <pc:sldChg chg="delSp modSp add mod setBg delDesignElem">
        <pc:chgData name="Abhilash Puthanveettil Madathil" userId="d8011305-fc6a-4624-9916-5f1faf71aa6c" providerId="ADAL" clId="{23C840B2-036E-4C84-9BCD-E46F46244F1C}" dt="2025-09-24T11:48:54.505" v="135" actId="14100"/>
        <pc:sldMkLst>
          <pc:docMk/>
          <pc:sldMk cId="1086959304" sldId="258"/>
        </pc:sldMkLst>
      </pc:sldChg>
      <pc:sldChg chg="del">
        <pc:chgData name="Abhilash Puthanveettil Madathil" userId="d8011305-fc6a-4624-9916-5f1faf71aa6c" providerId="ADAL" clId="{23C840B2-036E-4C84-9BCD-E46F46244F1C}" dt="2025-09-24T11:28:54.422" v="112" actId="47"/>
        <pc:sldMkLst>
          <pc:docMk/>
          <pc:sldMk cId="1235313199" sldId="258"/>
        </pc:sldMkLst>
      </pc:sldChg>
      <pc:sldChg chg="add">
        <pc:chgData name="Abhilash Puthanveettil Madathil" userId="d8011305-fc6a-4624-9916-5f1faf71aa6c" providerId="ADAL" clId="{23C840B2-036E-4C84-9BCD-E46F46244F1C}" dt="2025-09-24T11:29:22.824" v="117"/>
        <pc:sldMkLst>
          <pc:docMk/>
          <pc:sldMk cId="579525691" sldId="259"/>
        </pc:sldMkLst>
      </pc:sldChg>
      <pc:sldChg chg="del">
        <pc:chgData name="Abhilash Puthanveettil Madathil" userId="d8011305-fc6a-4624-9916-5f1faf71aa6c" providerId="ADAL" clId="{23C840B2-036E-4C84-9BCD-E46F46244F1C}" dt="2025-09-24T11:28:54.422" v="112" actId="47"/>
        <pc:sldMkLst>
          <pc:docMk/>
          <pc:sldMk cId="802379716" sldId="259"/>
        </pc:sldMkLst>
      </pc:sldChg>
      <pc:sldChg chg="del">
        <pc:chgData name="Abhilash Puthanveettil Madathil" userId="d8011305-fc6a-4624-9916-5f1faf71aa6c" providerId="ADAL" clId="{23C840B2-036E-4C84-9BCD-E46F46244F1C}" dt="2025-09-24T11:28:54.422" v="112" actId="47"/>
        <pc:sldMkLst>
          <pc:docMk/>
          <pc:sldMk cId="367599848" sldId="260"/>
        </pc:sldMkLst>
      </pc:sldChg>
      <pc:sldChg chg="add setBg">
        <pc:chgData name="Abhilash Puthanveettil Madathil" userId="d8011305-fc6a-4624-9916-5f1faf71aa6c" providerId="ADAL" clId="{23C840B2-036E-4C84-9BCD-E46F46244F1C}" dt="2025-09-24T11:29:22.824" v="117"/>
        <pc:sldMkLst>
          <pc:docMk/>
          <pc:sldMk cId="2833719794" sldId="260"/>
        </pc:sldMkLst>
      </pc:sldChg>
      <pc:sldChg chg="add">
        <pc:chgData name="Abhilash Puthanveettil Madathil" userId="d8011305-fc6a-4624-9916-5f1faf71aa6c" providerId="ADAL" clId="{23C840B2-036E-4C84-9BCD-E46F46244F1C}" dt="2025-09-24T11:29:22.824" v="117"/>
        <pc:sldMkLst>
          <pc:docMk/>
          <pc:sldMk cId="3195861652" sldId="261"/>
        </pc:sldMkLst>
      </pc:sldChg>
      <pc:sldChg chg="del">
        <pc:chgData name="Abhilash Puthanveettil Madathil" userId="d8011305-fc6a-4624-9916-5f1faf71aa6c" providerId="ADAL" clId="{23C840B2-036E-4C84-9BCD-E46F46244F1C}" dt="2025-09-24T11:28:54.422" v="112" actId="47"/>
        <pc:sldMkLst>
          <pc:docMk/>
          <pc:sldMk cId="3946753422" sldId="262"/>
        </pc:sldMkLst>
      </pc:sldChg>
      <pc:sldChg chg="modSp add mod">
        <pc:chgData name="Abhilash Puthanveettil Madathil" userId="d8011305-fc6a-4624-9916-5f1faf71aa6c" providerId="ADAL" clId="{23C840B2-036E-4C84-9BCD-E46F46244F1C}" dt="2025-09-26T14:03:49.184" v="186" actId="1076"/>
        <pc:sldMkLst>
          <pc:docMk/>
          <pc:sldMk cId="4044792061" sldId="262"/>
        </pc:sldMkLst>
      </pc:sldChg>
      <pc:sldChg chg="del">
        <pc:chgData name="Abhilash Puthanveettil Madathil" userId="d8011305-fc6a-4624-9916-5f1faf71aa6c" providerId="ADAL" clId="{23C840B2-036E-4C84-9BCD-E46F46244F1C}" dt="2025-09-24T11:28:54.422" v="112" actId="47"/>
        <pc:sldMkLst>
          <pc:docMk/>
          <pc:sldMk cId="3558507941" sldId="263"/>
        </pc:sldMkLst>
      </pc:sldChg>
      <pc:sldChg chg="modSp add mod">
        <pc:chgData name="Abhilash Puthanveettil Madathil" userId="d8011305-fc6a-4624-9916-5f1faf71aa6c" providerId="ADAL" clId="{23C840B2-036E-4C84-9BCD-E46F46244F1C}" dt="2025-09-24T11:56:56.281" v="142" actId="1076"/>
        <pc:sldMkLst>
          <pc:docMk/>
          <pc:sldMk cId="4223849758" sldId="263"/>
        </pc:sldMkLst>
      </pc:sldChg>
      <pc:sldChg chg="del">
        <pc:chgData name="Abhilash Puthanveettil Madathil" userId="d8011305-fc6a-4624-9916-5f1faf71aa6c" providerId="ADAL" clId="{23C840B2-036E-4C84-9BCD-E46F46244F1C}" dt="2025-09-24T11:28:54.422" v="112" actId="47"/>
        <pc:sldMkLst>
          <pc:docMk/>
          <pc:sldMk cId="1501806569" sldId="264"/>
        </pc:sldMkLst>
      </pc:sldChg>
      <pc:sldChg chg="add">
        <pc:chgData name="Abhilash Puthanveettil Madathil" userId="d8011305-fc6a-4624-9916-5f1faf71aa6c" providerId="ADAL" clId="{23C840B2-036E-4C84-9BCD-E46F46244F1C}" dt="2025-09-24T11:29:22.824" v="117"/>
        <pc:sldMkLst>
          <pc:docMk/>
          <pc:sldMk cId="1860334824" sldId="265"/>
        </pc:sldMkLst>
      </pc:sldChg>
      <pc:sldChg chg="del">
        <pc:chgData name="Abhilash Puthanveettil Madathil" userId="d8011305-fc6a-4624-9916-5f1faf71aa6c" providerId="ADAL" clId="{23C840B2-036E-4C84-9BCD-E46F46244F1C}" dt="2025-09-24T11:28:54.422" v="112" actId="47"/>
        <pc:sldMkLst>
          <pc:docMk/>
          <pc:sldMk cId="4155161756" sldId="265"/>
        </pc:sldMkLst>
      </pc:sldChg>
      <pc:sldChg chg="add">
        <pc:chgData name="Abhilash Puthanveettil Madathil" userId="d8011305-fc6a-4624-9916-5f1faf71aa6c" providerId="ADAL" clId="{23C840B2-036E-4C84-9BCD-E46F46244F1C}" dt="2025-09-24T11:29:22.824" v="117"/>
        <pc:sldMkLst>
          <pc:docMk/>
          <pc:sldMk cId="2163518271" sldId="266"/>
        </pc:sldMkLst>
      </pc:sldChg>
      <pc:sldChg chg="add">
        <pc:chgData name="Abhilash Puthanveettil Madathil" userId="d8011305-fc6a-4624-9916-5f1faf71aa6c" providerId="ADAL" clId="{23C840B2-036E-4C84-9BCD-E46F46244F1C}" dt="2025-09-24T11:29:22.824" v="117"/>
        <pc:sldMkLst>
          <pc:docMk/>
          <pc:sldMk cId="2798155982" sldId="267"/>
        </pc:sldMkLst>
      </pc:sldChg>
      <pc:sldChg chg="add">
        <pc:chgData name="Abhilash Puthanveettil Madathil" userId="d8011305-fc6a-4624-9916-5f1faf71aa6c" providerId="ADAL" clId="{23C840B2-036E-4C84-9BCD-E46F46244F1C}" dt="2025-09-24T11:29:22.824" v="117"/>
        <pc:sldMkLst>
          <pc:docMk/>
          <pc:sldMk cId="1147009817" sldId="268"/>
        </pc:sldMkLst>
      </pc:sldChg>
      <pc:sldChg chg="add">
        <pc:chgData name="Abhilash Puthanveettil Madathil" userId="d8011305-fc6a-4624-9916-5f1faf71aa6c" providerId="ADAL" clId="{23C840B2-036E-4C84-9BCD-E46F46244F1C}" dt="2025-09-24T11:29:22.824" v="117"/>
        <pc:sldMkLst>
          <pc:docMk/>
          <pc:sldMk cId="615452064" sldId="269"/>
        </pc:sldMkLst>
      </pc:sldChg>
      <pc:sldChg chg="add">
        <pc:chgData name="Abhilash Puthanveettil Madathil" userId="d8011305-fc6a-4624-9916-5f1faf71aa6c" providerId="ADAL" clId="{23C840B2-036E-4C84-9BCD-E46F46244F1C}" dt="2025-09-24T11:29:22.824" v="117"/>
        <pc:sldMkLst>
          <pc:docMk/>
          <pc:sldMk cId="147435984" sldId="272"/>
        </pc:sldMkLst>
      </pc:sldChg>
      <pc:sldChg chg="add">
        <pc:chgData name="Abhilash Puthanveettil Madathil" userId="d8011305-fc6a-4624-9916-5f1faf71aa6c" providerId="ADAL" clId="{23C840B2-036E-4C84-9BCD-E46F46244F1C}" dt="2025-09-24T11:29:22.824" v="117"/>
        <pc:sldMkLst>
          <pc:docMk/>
          <pc:sldMk cId="521685281" sldId="275"/>
        </pc:sldMkLst>
      </pc:sldChg>
      <pc:sldChg chg="add">
        <pc:chgData name="Abhilash Puthanveettil Madathil" userId="d8011305-fc6a-4624-9916-5f1faf71aa6c" providerId="ADAL" clId="{23C840B2-036E-4C84-9BCD-E46F46244F1C}" dt="2025-09-24T11:29:22.824" v="117"/>
        <pc:sldMkLst>
          <pc:docMk/>
          <pc:sldMk cId="142144373" sldId="276"/>
        </pc:sldMkLst>
      </pc:sldChg>
      <pc:sldChg chg="add">
        <pc:chgData name="Abhilash Puthanveettil Madathil" userId="d8011305-fc6a-4624-9916-5f1faf71aa6c" providerId="ADAL" clId="{23C840B2-036E-4C84-9BCD-E46F46244F1C}" dt="2025-09-24T11:29:22.824" v="117"/>
        <pc:sldMkLst>
          <pc:docMk/>
          <pc:sldMk cId="4231571135" sldId="277"/>
        </pc:sldMkLst>
      </pc:sldChg>
      <pc:sldChg chg="delSp add setBg delDesignElem">
        <pc:chgData name="Abhilash Puthanveettil Madathil" userId="d8011305-fc6a-4624-9916-5f1faf71aa6c" providerId="ADAL" clId="{23C840B2-036E-4C84-9BCD-E46F46244F1C}" dt="2025-09-24T11:29:22.824" v="117"/>
        <pc:sldMkLst>
          <pc:docMk/>
          <pc:sldMk cId="2179627387" sldId="278"/>
        </pc:sldMkLst>
      </pc:sldChg>
      <pc:sldChg chg="add">
        <pc:chgData name="Abhilash Puthanveettil Madathil" userId="d8011305-fc6a-4624-9916-5f1faf71aa6c" providerId="ADAL" clId="{23C840B2-036E-4C84-9BCD-E46F46244F1C}" dt="2025-09-24T11:29:22.824" v="117"/>
        <pc:sldMkLst>
          <pc:docMk/>
          <pc:sldMk cId="2428755542" sldId="279"/>
        </pc:sldMkLst>
      </pc:sldChg>
      <pc:sldChg chg="add del">
        <pc:chgData name="Abhilash Puthanveettil Madathil" userId="d8011305-fc6a-4624-9916-5f1faf71aa6c" providerId="ADAL" clId="{23C840B2-036E-4C84-9BCD-E46F46244F1C}" dt="2025-09-26T14:02:54.668" v="175" actId="47"/>
        <pc:sldMkLst>
          <pc:docMk/>
          <pc:sldMk cId="3436326331" sldId="280"/>
        </pc:sldMkLst>
      </pc:sldChg>
      <pc:sldChg chg="add">
        <pc:chgData name="Abhilash Puthanveettil Madathil" userId="d8011305-fc6a-4624-9916-5f1faf71aa6c" providerId="ADAL" clId="{23C840B2-036E-4C84-9BCD-E46F46244F1C}" dt="2025-09-24T11:29:22.824" v="117"/>
        <pc:sldMkLst>
          <pc:docMk/>
          <pc:sldMk cId="196034459" sldId="281"/>
        </pc:sldMkLst>
      </pc:sldChg>
      <pc:sldChg chg="delSp modSp add mod setBg">
        <pc:chgData name="Abhilash Puthanveettil Madathil" userId="d8011305-fc6a-4624-9916-5f1faf71aa6c" providerId="ADAL" clId="{23C840B2-036E-4C84-9BCD-E46F46244F1C}" dt="2025-09-26T14:01:23.287" v="174" actId="478"/>
        <pc:sldMkLst>
          <pc:docMk/>
          <pc:sldMk cId="2551227202" sldId="282"/>
        </pc:sldMkLst>
      </pc:sldChg>
      <pc:sldChg chg="add">
        <pc:chgData name="Abhilash Puthanveettil Madathil" userId="d8011305-fc6a-4624-9916-5f1faf71aa6c" providerId="ADAL" clId="{23C840B2-036E-4C84-9BCD-E46F46244F1C}" dt="2025-09-24T11:29:22.824" v="117"/>
        <pc:sldMkLst>
          <pc:docMk/>
          <pc:sldMk cId="4238330889" sldId="283"/>
        </pc:sldMkLst>
      </pc:sldChg>
      <pc:sldChg chg="add">
        <pc:chgData name="Abhilash Puthanveettil Madathil" userId="d8011305-fc6a-4624-9916-5f1faf71aa6c" providerId="ADAL" clId="{23C840B2-036E-4C84-9BCD-E46F46244F1C}" dt="2025-09-24T11:29:22.824" v="117"/>
        <pc:sldMkLst>
          <pc:docMk/>
          <pc:sldMk cId="3752654621" sldId="284"/>
        </pc:sldMkLst>
      </pc:sldChg>
      <pc:sldChg chg="modSp mod">
        <pc:chgData name="Abhilash Puthanveettil Madathil" userId="d8011305-fc6a-4624-9916-5f1faf71aa6c" providerId="ADAL" clId="{23C840B2-036E-4C84-9BCD-E46F46244F1C}" dt="2025-09-26T14:03:30.326" v="185" actId="20577"/>
        <pc:sldMkLst>
          <pc:docMk/>
          <pc:sldMk cId="3516092615" sldId="5257"/>
        </pc:sldMkLst>
      </pc:sldChg>
      <pc:sldChg chg="del">
        <pc:chgData name="Abhilash Puthanveettil Madathil" userId="d8011305-fc6a-4624-9916-5f1faf71aa6c" providerId="ADAL" clId="{23C840B2-036E-4C84-9BCD-E46F46244F1C}" dt="2025-09-24T11:29:20.984" v="113" actId="47"/>
        <pc:sldMkLst>
          <pc:docMk/>
          <pc:sldMk cId="3296916716" sldId="5283"/>
        </pc:sldMkLst>
      </pc:sldChg>
      <pc:sldChg chg="del">
        <pc:chgData name="Abhilash Puthanveettil Madathil" userId="d8011305-fc6a-4624-9916-5f1faf71aa6c" providerId="ADAL" clId="{23C840B2-036E-4C84-9BCD-E46F46244F1C}" dt="2025-09-24T11:28:54.422" v="112" actId="47"/>
        <pc:sldMkLst>
          <pc:docMk/>
          <pc:sldMk cId="1180591358" sldId="5285"/>
        </pc:sldMkLst>
      </pc:sldChg>
      <pc:sldChg chg="del">
        <pc:chgData name="Abhilash Puthanveettil Madathil" userId="d8011305-fc6a-4624-9916-5f1faf71aa6c" providerId="ADAL" clId="{23C840B2-036E-4C84-9BCD-E46F46244F1C}" dt="2025-09-24T11:28:54.422" v="112" actId="47"/>
        <pc:sldMkLst>
          <pc:docMk/>
          <pc:sldMk cId="3084917589" sldId="5287"/>
        </pc:sldMkLst>
      </pc:sldChg>
      <pc:sldChg chg="del">
        <pc:chgData name="Abhilash Puthanveettil Madathil" userId="d8011305-fc6a-4624-9916-5f1faf71aa6c" providerId="ADAL" clId="{23C840B2-036E-4C84-9BCD-E46F46244F1C}" dt="2025-09-24T11:28:54.422" v="112" actId="47"/>
        <pc:sldMkLst>
          <pc:docMk/>
          <pc:sldMk cId="2216905751" sldId="5288"/>
        </pc:sldMkLst>
      </pc:sldChg>
      <pc:sldChg chg="del">
        <pc:chgData name="Abhilash Puthanveettil Madathil" userId="d8011305-fc6a-4624-9916-5f1faf71aa6c" providerId="ADAL" clId="{23C840B2-036E-4C84-9BCD-E46F46244F1C}" dt="2025-09-24T11:28:54.422" v="112" actId="47"/>
        <pc:sldMkLst>
          <pc:docMk/>
          <pc:sldMk cId="2916486825" sldId="5289"/>
        </pc:sldMkLst>
      </pc:sldChg>
      <pc:sldChg chg="del">
        <pc:chgData name="Abhilash Puthanveettil Madathil" userId="d8011305-fc6a-4624-9916-5f1faf71aa6c" providerId="ADAL" clId="{23C840B2-036E-4C84-9BCD-E46F46244F1C}" dt="2025-09-24T11:28:54.422" v="112" actId="47"/>
        <pc:sldMkLst>
          <pc:docMk/>
          <pc:sldMk cId="3953965154" sldId="5290"/>
        </pc:sldMkLst>
      </pc:sldChg>
      <pc:sldChg chg="modSp del mod ord">
        <pc:chgData name="Abhilash Puthanveettil Madathil" userId="d8011305-fc6a-4624-9916-5f1faf71aa6c" providerId="ADAL" clId="{23C840B2-036E-4C84-9BCD-E46F46244F1C}" dt="2025-09-24T11:29:42.958" v="121" actId="47"/>
        <pc:sldMkLst>
          <pc:docMk/>
          <pc:sldMk cId="405584616" sldId="5291"/>
        </pc:sldMkLst>
      </pc:sldChg>
      <pc:sldChg chg="del">
        <pc:chgData name="Abhilash Puthanveettil Madathil" userId="d8011305-fc6a-4624-9916-5f1faf71aa6c" providerId="ADAL" clId="{23C840B2-036E-4C84-9BCD-E46F46244F1C}" dt="2025-09-26T14:01:12.635" v="171" actId="47"/>
        <pc:sldMkLst>
          <pc:docMk/>
          <pc:sldMk cId="332089294" sldId="5292"/>
        </pc:sldMkLst>
      </pc:sldChg>
      <pc:sldChg chg="del">
        <pc:chgData name="Abhilash Puthanveettil Madathil" userId="d8011305-fc6a-4624-9916-5f1faf71aa6c" providerId="ADAL" clId="{23C840B2-036E-4C84-9BCD-E46F46244F1C}" dt="2025-09-24T11:28:54.422" v="112" actId="47"/>
        <pc:sldMkLst>
          <pc:docMk/>
          <pc:sldMk cId="846205844" sldId="5293"/>
        </pc:sldMkLst>
      </pc:sldChg>
      <pc:sldChg chg="modSp add mod">
        <pc:chgData name="Abhilash Puthanveettil Madathil" userId="d8011305-fc6a-4624-9916-5f1faf71aa6c" providerId="ADAL" clId="{23C840B2-036E-4C84-9BCD-E46F46244F1C}" dt="2025-09-24T11:30:18.844" v="127" actId="1076"/>
        <pc:sldMkLst>
          <pc:docMk/>
          <pc:sldMk cId="1124895324" sldId="5293"/>
        </pc:sldMkLst>
      </pc:sldChg>
      <pc:sldChg chg="addSp new mod">
        <pc:chgData name="Abhilash Puthanveettil Madathil" userId="d8011305-fc6a-4624-9916-5f1faf71aa6c" providerId="ADAL" clId="{23C840B2-036E-4C84-9BCD-E46F46244F1C}" dt="2025-09-24T11:37:08.776" v="129" actId="22"/>
        <pc:sldMkLst>
          <pc:docMk/>
          <pc:sldMk cId="1814001132" sldId="5294"/>
        </pc:sldMkLst>
      </pc:sldChg>
      <pc:sldMasterChg chg="delSldLayout">
        <pc:chgData name="Abhilash Puthanveettil Madathil" userId="d8011305-fc6a-4624-9916-5f1faf71aa6c" providerId="ADAL" clId="{23C840B2-036E-4C84-9BCD-E46F46244F1C}" dt="2025-09-24T11:28:54.422" v="112" actId="47"/>
        <pc:sldMasterMkLst>
          <pc:docMk/>
          <pc:sldMasterMk cId="2866590782" sldId="2147483680"/>
        </pc:sldMasterMkLst>
        <pc:sldLayoutChg chg="del">
          <pc:chgData name="Abhilash Puthanveettil Madathil" userId="d8011305-fc6a-4624-9916-5f1faf71aa6c" providerId="ADAL" clId="{23C840B2-036E-4C84-9BCD-E46F46244F1C}" dt="2025-09-24T11:28:54.422" v="112" actId="47"/>
          <pc:sldLayoutMkLst>
            <pc:docMk/>
            <pc:sldMasterMk cId="2866590782" sldId="2147483680"/>
            <pc:sldLayoutMk cId="1324982829" sldId="2147483696"/>
          </pc:sldLayoutMkLst>
        </pc:sldLayoutChg>
        <pc:sldLayoutChg chg="del">
          <pc:chgData name="Abhilash Puthanveettil Madathil" userId="d8011305-fc6a-4624-9916-5f1faf71aa6c" providerId="ADAL" clId="{23C840B2-036E-4C84-9BCD-E46F46244F1C}" dt="2025-09-24T11:28:54.422" v="112" actId="47"/>
          <pc:sldLayoutMkLst>
            <pc:docMk/>
            <pc:sldMasterMk cId="2866590782" sldId="2147483680"/>
            <pc:sldLayoutMk cId="2671193305" sldId="2147483697"/>
          </pc:sldLayoutMkLst>
        </pc:sldLayoutChg>
      </pc:sldMasterChg>
    </pc:docChg>
  </pc:docChgLst>
  <pc:docChgLst>
    <pc:chgData name="Abhilash Puthanveettil Madathil" userId="d8011305-fc6a-4624-9916-5f1faf71aa6c" providerId="ADAL" clId="{BCB380B8-8802-407E-9B51-8CFA6E09186B}"/>
    <pc:docChg chg="undo custSel addSld delSld modSld sldOrd">
      <pc:chgData name="Abhilash Puthanveettil Madathil" userId="d8011305-fc6a-4624-9916-5f1faf71aa6c" providerId="ADAL" clId="{BCB380B8-8802-407E-9B51-8CFA6E09186B}" dt="2025-09-19T15:15:37.638" v="1401" actId="9405"/>
      <pc:docMkLst>
        <pc:docMk/>
      </pc:docMkLst>
      <pc:sldChg chg="modSp mod">
        <pc:chgData name="Abhilash Puthanveettil Madathil" userId="d8011305-fc6a-4624-9916-5f1faf71aa6c" providerId="ADAL" clId="{BCB380B8-8802-407E-9B51-8CFA6E09186B}" dt="2025-09-19T11:02:25.804" v="1092" actId="20577"/>
        <pc:sldMkLst>
          <pc:docMk/>
          <pc:sldMk cId="1907673375" sldId="257"/>
        </pc:sldMkLst>
      </pc:sldChg>
      <pc:sldChg chg="addSp modSp mod">
        <pc:chgData name="Abhilash Puthanveettil Madathil" userId="d8011305-fc6a-4624-9916-5f1faf71aa6c" providerId="ADAL" clId="{BCB380B8-8802-407E-9B51-8CFA6E09186B}" dt="2025-09-19T11:30:47.965" v="1375" actId="20577"/>
        <pc:sldMkLst>
          <pc:docMk/>
          <pc:sldMk cId="1235313199" sldId="258"/>
        </pc:sldMkLst>
      </pc:sldChg>
      <pc:sldChg chg="modSp mod">
        <pc:chgData name="Abhilash Puthanveettil Madathil" userId="d8011305-fc6a-4624-9916-5f1faf71aa6c" providerId="ADAL" clId="{BCB380B8-8802-407E-9B51-8CFA6E09186B}" dt="2025-09-19T11:01:25.468" v="1082" actId="14100"/>
        <pc:sldMkLst>
          <pc:docMk/>
          <pc:sldMk cId="3946753422" sldId="262"/>
        </pc:sldMkLst>
      </pc:sldChg>
      <pc:sldChg chg="addSp delSp modSp mod">
        <pc:chgData name="Abhilash Puthanveettil Madathil" userId="d8011305-fc6a-4624-9916-5f1faf71aa6c" providerId="ADAL" clId="{BCB380B8-8802-407E-9B51-8CFA6E09186B}" dt="2025-09-19T11:30:08.007" v="1367" actId="20577"/>
        <pc:sldMkLst>
          <pc:docMk/>
          <pc:sldMk cId="1501806569" sldId="264"/>
        </pc:sldMkLst>
      </pc:sldChg>
      <pc:sldChg chg="addSp modSp mod">
        <pc:chgData name="Abhilash Puthanveettil Madathil" userId="d8011305-fc6a-4624-9916-5f1faf71aa6c" providerId="ADAL" clId="{BCB380B8-8802-407E-9B51-8CFA6E09186B}" dt="2025-09-18T05:50:04.387" v="462" actId="20577"/>
        <pc:sldMkLst>
          <pc:docMk/>
          <pc:sldMk cId="4155161756" sldId="265"/>
        </pc:sldMkLst>
      </pc:sldChg>
      <pc:sldChg chg="modSp mod">
        <pc:chgData name="Abhilash Puthanveettil Madathil" userId="d8011305-fc6a-4624-9916-5f1faf71aa6c" providerId="ADAL" clId="{BCB380B8-8802-407E-9B51-8CFA6E09186B}" dt="2025-09-19T11:23:48.653" v="1172" actId="27636"/>
        <pc:sldMkLst>
          <pc:docMk/>
          <pc:sldMk cId="3516092615" sldId="5257"/>
        </pc:sldMkLst>
      </pc:sldChg>
      <pc:sldChg chg="del">
        <pc:chgData name="Abhilash Puthanveettil Madathil" userId="d8011305-fc6a-4624-9916-5f1faf71aa6c" providerId="ADAL" clId="{BCB380B8-8802-407E-9B51-8CFA6E09186B}" dt="2025-09-17T11:48:03.416" v="6" actId="47"/>
        <pc:sldMkLst>
          <pc:docMk/>
          <pc:sldMk cId="1961750020" sldId="5273"/>
        </pc:sldMkLst>
      </pc:sldChg>
      <pc:sldChg chg="del">
        <pc:chgData name="Abhilash Puthanveettil Madathil" userId="d8011305-fc6a-4624-9916-5f1faf71aa6c" providerId="ADAL" clId="{BCB380B8-8802-407E-9B51-8CFA6E09186B}" dt="2025-09-17T11:48:03.416" v="6" actId="47"/>
        <pc:sldMkLst>
          <pc:docMk/>
          <pc:sldMk cId="200159108" sldId="5274"/>
        </pc:sldMkLst>
      </pc:sldChg>
      <pc:sldChg chg="del">
        <pc:chgData name="Abhilash Puthanveettil Madathil" userId="d8011305-fc6a-4624-9916-5f1faf71aa6c" providerId="ADAL" clId="{BCB380B8-8802-407E-9B51-8CFA6E09186B}" dt="2025-09-17T11:48:03.416" v="6" actId="47"/>
        <pc:sldMkLst>
          <pc:docMk/>
          <pc:sldMk cId="3465983915" sldId="5275"/>
        </pc:sldMkLst>
      </pc:sldChg>
      <pc:sldChg chg="del">
        <pc:chgData name="Abhilash Puthanveettil Madathil" userId="d8011305-fc6a-4624-9916-5f1faf71aa6c" providerId="ADAL" clId="{BCB380B8-8802-407E-9B51-8CFA6E09186B}" dt="2025-09-17T11:48:03.416" v="6" actId="47"/>
        <pc:sldMkLst>
          <pc:docMk/>
          <pc:sldMk cId="44286736" sldId="5276"/>
        </pc:sldMkLst>
      </pc:sldChg>
      <pc:sldChg chg="del">
        <pc:chgData name="Abhilash Puthanveettil Madathil" userId="d8011305-fc6a-4624-9916-5f1faf71aa6c" providerId="ADAL" clId="{BCB380B8-8802-407E-9B51-8CFA6E09186B}" dt="2025-09-17T11:48:03.416" v="6" actId="47"/>
        <pc:sldMkLst>
          <pc:docMk/>
          <pc:sldMk cId="1285627370" sldId="5277"/>
        </pc:sldMkLst>
      </pc:sldChg>
      <pc:sldChg chg="del">
        <pc:chgData name="Abhilash Puthanveettil Madathil" userId="d8011305-fc6a-4624-9916-5f1faf71aa6c" providerId="ADAL" clId="{BCB380B8-8802-407E-9B51-8CFA6E09186B}" dt="2025-09-17T11:48:03.416" v="6" actId="47"/>
        <pc:sldMkLst>
          <pc:docMk/>
          <pc:sldMk cId="3919837406" sldId="5278"/>
        </pc:sldMkLst>
      </pc:sldChg>
      <pc:sldChg chg="del">
        <pc:chgData name="Abhilash Puthanveettil Madathil" userId="d8011305-fc6a-4624-9916-5f1faf71aa6c" providerId="ADAL" clId="{BCB380B8-8802-407E-9B51-8CFA6E09186B}" dt="2025-09-17T11:48:03.416" v="6" actId="47"/>
        <pc:sldMkLst>
          <pc:docMk/>
          <pc:sldMk cId="1282305084" sldId="5280"/>
        </pc:sldMkLst>
      </pc:sldChg>
      <pc:sldChg chg="del">
        <pc:chgData name="Abhilash Puthanveettil Madathil" userId="d8011305-fc6a-4624-9916-5f1faf71aa6c" providerId="ADAL" clId="{BCB380B8-8802-407E-9B51-8CFA6E09186B}" dt="2025-09-17T11:48:03.416" v="6" actId="47"/>
        <pc:sldMkLst>
          <pc:docMk/>
          <pc:sldMk cId="114895107" sldId="5281"/>
        </pc:sldMkLst>
      </pc:sldChg>
      <pc:sldChg chg="modSp mod">
        <pc:chgData name="Abhilash Puthanveettil Madathil" userId="d8011305-fc6a-4624-9916-5f1faf71aa6c" providerId="ADAL" clId="{BCB380B8-8802-407E-9B51-8CFA6E09186B}" dt="2025-09-19T13:54:42.706" v="1394" actId="20577"/>
        <pc:sldMkLst>
          <pc:docMk/>
          <pc:sldMk cId="3296916716" sldId="5283"/>
        </pc:sldMkLst>
      </pc:sldChg>
      <pc:sldChg chg="del">
        <pc:chgData name="Abhilash Puthanveettil Madathil" userId="d8011305-fc6a-4624-9916-5f1faf71aa6c" providerId="ADAL" clId="{BCB380B8-8802-407E-9B51-8CFA6E09186B}" dt="2025-09-17T11:48:03.416" v="6" actId="47"/>
        <pc:sldMkLst>
          <pc:docMk/>
          <pc:sldMk cId="3278409490" sldId="5284"/>
        </pc:sldMkLst>
      </pc:sldChg>
      <pc:sldChg chg="modSp mod">
        <pc:chgData name="Abhilash Puthanveettil Madathil" userId="d8011305-fc6a-4624-9916-5f1faf71aa6c" providerId="ADAL" clId="{BCB380B8-8802-407E-9B51-8CFA6E09186B}" dt="2025-09-19T11:00:42.959" v="1079" actId="20577"/>
        <pc:sldMkLst>
          <pc:docMk/>
          <pc:sldMk cId="1180591358" sldId="5285"/>
        </pc:sldMkLst>
      </pc:sldChg>
      <pc:sldChg chg="modSp new del mod">
        <pc:chgData name="Abhilash Puthanveettil Madathil" userId="d8011305-fc6a-4624-9916-5f1faf71aa6c" providerId="ADAL" clId="{BCB380B8-8802-407E-9B51-8CFA6E09186B}" dt="2025-09-18T06:17:49.884" v="483" actId="47"/>
        <pc:sldMkLst>
          <pc:docMk/>
          <pc:sldMk cId="2189599444" sldId="5286"/>
        </pc:sldMkLst>
      </pc:sldChg>
      <pc:sldChg chg="del">
        <pc:chgData name="Abhilash Puthanveettil Madathil" userId="d8011305-fc6a-4624-9916-5f1faf71aa6c" providerId="ADAL" clId="{BCB380B8-8802-407E-9B51-8CFA6E09186B}" dt="2025-09-17T11:48:03.416" v="6" actId="47"/>
        <pc:sldMkLst>
          <pc:docMk/>
          <pc:sldMk cId="3712259471" sldId="5286"/>
        </pc:sldMkLst>
      </pc:sldChg>
      <pc:sldChg chg="addSp modSp new mod ord">
        <pc:chgData name="Abhilash Puthanveettil Madathil" userId="d8011305-fc6a-4624-9916-5f1faf71aa6c" providerId="ADAL" clId="{BCB380B8-8802-407E-9B51-8CFA6E09186B}" dt="2025-09-19T10:56:26.997" v="943"/>
        <pc:sldMkLst>
          <pc:docMk/>
          <pc:sldMk cId="3084917589" sldId="5287"/>
        </pc:sldMkLst>
      </pc:sldChg>
      <pc:sldChg chg="addSp delSp modSp add mod ord">
        <pc:chgData name="Abhilash Puthanveettil Madathil" userId="d8011305-fc6a-4624-9916-5f1faf71aa6c" providerId="ADAL" clId="{BCB380B8-8802-407E-9B51-8CFA6E09186B}" dt="2025-09-19T10:56:26.997" v="943"/>
        <pc:sldMkLst>
          <pc:docMk/>
          <pc:sldMk cId="2216905751" sldId="5288"/>
        </pc:sldMkLst>
      </pc:sldChg>
      <pc:sldChg chg="addSp delSp modSp new mod modClrScheme chgLayout">
        <pc:chgData name="Abhilash Puthanveettil Madathil" userId="d8011305-fc6a-4624-9916-5f1faf71aa6c" providerId="ADAL" clId="{BCB380B8-8802-407E-9B51-8CFA6E09186B}" dt="2025-09-19T15:15:37.638" v="1401" actId="9405"/>
        <pc:sldMkLst>
          <pc:docMk/>
          <pc:sldMk cId="2916486825" sldId="5289"/>
        </pc:sldMkLst>
      </pc:sldChg>
      <pc:sldChg chg="addSp delSp modSp new mod ord modClrScheme chgLayout">
        <pc:chgData name="Abhilash Puthanveettil Madathil" userId="d8011305-fc6a-4624-9916-5f1faf71aa6c" providerId="ADAL" clId="{BCB380B8-8802-407E-9B51-8CFA6E09186B}" dt="2025-09-19T11:17:30.345" v="1167" actId="20577"/>
        <pc:sldMkLst>
          <pc:docMk/>
          <pc:sldMk cId="3953965154" sldId="5290"/>
        </pc:sldMkLst>
      </pc:sldChg>
      <pc:sldChg chg="addSp delSp modSp new mod modClrScheme chgLayout">
        <pc:chgData name="Abhilash Puthanveettil Madathil" userId="d8011305-fc6a-4624-9916-5f1faf71aa6c" providerId="ADAL" clId="{BCB380B8-8802-407E-9B51-8CFA6E09186B}" dt="2025-09-18T11:03:44.624" v="584" actId="962"/>
        <pc:sldMkLst>
          <pc:docMk/>
          <pc:sldMk cId="405584616" sldId="5291"/>
        </pc:sldMkLst>
      </pc:sldChg>
      <pc:sldChg chg="addSp delSp modSp new mod">
        <pc:chgData name="Abhilash Puthanveettil Madathil" userId="d8011305-fc6a-4624-9916-5f1faf71aa6c" providerId="ADAL" clId="{BCB380B8-8802-407E-9B51-8CFA6E09186B}" dt="2025-09-18T11:06:43.658" v="591" actId="1076"/>
        <pc:sldMkLst>
          <pc:docMk/>
          <pc:sldMk cId="332089294" sldId="5292"/>
        </pc:sldMkLst>
      </pc:sldChg>
      <pc:sldChg chg="addSp delSp modSp new mod modClrScheme chgLayout">
        <pc:chgData name="Abhilash Puthanveettil Madathil" userId="d8011305-fc6a-4624-9916-5f1faf71aa6c" providerId="ADAL" clId="{BCB380B8-8802-407E-9B51-8CFA6E09186B}" dt="2025-09-19T10:08:01.080" v="664" actId="20577"/>
        <pc:sldMkLst>
          <pc:docMk/>
          <pc:sldMk cId="846205844" sldId="5293"/>
        </pc:sldMkLst>
      </pc:sldChg>
    </pc:docChg>
  </pc:docChgLst>
  <pc:docChgLst>
    <pc:chgData name="Abhilash Puthanveettil Madathil" userId="d8011305-fc6a-4624-9916-5f1faf71aa6c" providerId="ADAL" clId="{C4AEB7AB-C593-47B2-BC09-31185AC28555}"/>
    <pc:docChg chg="undo custSel addSld delSld modSld sldOrd">
      <pc:chgData name="Abhilash Puthanveettil Madathil" userId="d8011305-fc6a-4624-9916-5f1faf71aa6c" providerId="ADAL" clId="{C4AEB7AB-C593-47B2-BC09-31185AC28555}" dt="2025-08-29T15:54:54.518" v="4865" actId="14100"/>
      <pc:docMkLst>
        <pc:docMk/>
      </pc:docMkLst>
      <pc:sldChg chg="modSp mod modTransition">
        <pc:chgData name="Abhilash Puthanveettil Madathil" userId="d8011305-fc6a-4624-9916-5f1faf71aa6c" providerId="ADAL" clId="{C4AEB7AB-C593-47B2-BC09-31185AC28555}" dt="2025-08-29T09:25:32.046" v="4669" actId="404"/>
        <pc:sldMkLst>
          <pc:docMk/>
          <pc:sldMk cId="1907673375" sldId="257"/>
        </pc:sldMkLst>
      </pc:sldChg>
      <pc:sldChg chg="modSp add mod modTransition">
        <pc:chgData name="Abhilash Puthanveettil Madathil" userId="d8011305-fc6a-4624-9916-5f1faf71aa6c" providerId="ADAL" clId="{C4AEB7AB-C593-47B2-BC09-31185AC28555}" dt="2025-08-28T14:58:32.397" v="4580" actId="14100"/>
        <pc:sldMkLst>
          <pc:docMk/>
          <pc:sldMk cId="2749156522" sldId="259"/>
        </pc:sldMkLst>
      </pc:sldChg>
      <pc:sldChg chg="addSp delSp modSp add mod ord modTransition">
        <pc:chgData name="Abhilash Puthanveettil Madathil" userId="d8011305-fc6a-4624-9916-5f1faf71aa6c" providerId="ADAL" clId="{C4AEB7AB-C593-47B2-BC09-31185AC28555}" dt="2025-08-28T14:51:17.477" v="4558" actId="1076"/>
        <pc:sldMkLst>
          <pc:docMk/>
          <pc:sldMk cId="2843819804" sldId="262"/>
        </pc:sldMkLst>
      </pc:sldChg>
      <pc:sldChg chg="addSp delSp modSp add mod modTransition">
        <pc:chgData name="Abhilash Puthanveettil Madathil" userId="d8011305-fc6a-4624-9916-5f1faf71aa6c" providerId="ADAL" clId="{C4AEB7AB-C593-47B2-BC09-31185AC28555}" dt="2025-08-28T11:51:43.994" v="3164" actId="207"/>
        <pc:sldMkLst>
          <pc:docMk/>
          <pc:sldMk cId="3983546814" sldId="263"/>
        </pc:sldMkLst>
      </pc:sldChg>
      <pc:sldChg chg="addSp delSp modSp add mod modTransition modClrScheme chgLayout">
        <pc:chgData name="Abhilash Puthanveettil Madathil" userId="d8011305-fc6a-4624-9916-5f1faf71aa6c" providerId="ADAL" clId="{C4AEB7AB-C593-47B2-BC09-31185AC28555}" dt="2025-08-29T08:48:59.262" v="4590" actId="20577"/>
        <pc:sldMkLst>
          <pc:docMk/>
          <pc:sldMk cId="39235005" sldId="264"/>
        </pc:sldMkLst>
      </pc:sldChg>
      <pc:sldChg chg="del">
        <pc:chgData name="Abhilash Puthanveettil Madathil" userId="d8011305-fc6a-4624-9916-5f1faf71aa6c" providerId="ADAL" clId="{C4AEB7AB-C593-47B2-BC09-31185AC28555}" dt="2025-08-22T10:36:54.586" v="179" actId="47"/>
        <pc:sldMkLst>
          <pc:docMk/>
          <pc:sldMk cId="3203279357" sldId="5169"/>
        </pc:sldMkLst>
      </pc:sldChg>
      <pc:sldChg chg="del">
        <pc:chgData name="Abhilash Puthanveettil Madathil" userId="d8011305-fc6a-4624-9916-5f1faf71aa6c" providerId="ADAL" clId="{C4AEB7AB-C593-47B2-BC09-31185AC28555}" dt="2025-08-22T10:36:54.586" v="179" actId="47"/>
        <pc:sldMkLst>
          <pc:docMk/>
          <pc:sldMk cId="1070675377" sldId="5231"/>
        </pc:sldMkLst>
      </pc:sldChg>
      <pc:sldChg chg="del">
        <pc:chgData name="Abhilash Puthanveettil Madathil" userId="d8011305-fc6a-4624-9916-5f1faf71aa6c" providerId="ADAL" clId="{C4AEB7AB-C593-47B2-BC09-31185AC28555}" dt="2025-08-22T10:36:54.586" v="179" actId="47"/>
        <pc:sldMkLst>
          <pc:docMk/>
          <pc:sldMk cId="842166683" sldId="5232"/>
        </pc:sldMkLst>
      </pc:sldChg>
      <pc:sldChg chg="del">
        <pc:chgData name="Abhilash Puthanveettil Madathil" userId="d8011305-fc6a-4624-9916-5f1faf71aa6c" providerId="ADAL" clId="{C4AEB7AB-C593-47B2-BC09-31185AC28555}" dt="2025-08-22T10:36:54.586" v="179" actId="47"/>
        <pc:sldMkLst>
          <pc:docMk/>
          <pc:sldMk cId="1720241955" sldId="5235"/>
        </pc:sldMkLst>
      </pc:sldChg>
      <pc:sldChg chg="del">
        <pc:chgData name="Abhilash Puthanveettil Madathil" userId="d8011305-fc6a-4624-9916-5f1faf71aa6c" providerId="ADAL" clId="{C4AEB7AB-C593-47B2-BC09-31185AC28555}" dt="2025-08-22T10:36:54.586" v="179" actId="47"/>
        <pc:sldMkLst>
          <pc:docMk/>
          <pc:sldMk cId="1412982194" sldId="5237"/>
        </pc:sldMkLst>
      </pc:sldChg>
      <pc:sldChg chg="delSp modSp add mod ord modTransition">
        <pc:chgData name="Abhilash Puthanveettil Madathil" userId="d8011305-fc6a-4624-9916-5f1faf71aa6c" providerId="ADAL" clId="{C4AEB7AB-C593-47B2-BC09-31185AC28555}" dt="2025-08-29T10:48:05.458" v="4770" actId="1076"/>
        <pc:sldMkLst>
          <pc:docMk/>
          <pc:sldMk cId="830544612" sldId="5238"/>
        </pc:sldMkLst>
      </pc:sldChg>
      <pc:sldChg chg="del">
        <pc:chgData name="Abhilash Puthanveettil Madathil" userId="d8011305-fc6a-4624-9916-5f1faf71aa6c" providerId="ADAL" clId="{C4AEB7AB-C593-47B2-BC09-31185AC28555}" dt="2025-08-22T10:36:54.586" v="179" actId="47"/>
        <pc:sldMkLst>
          <pc:docMk/>
          <pc:sldMk cId="2371333297" sldId="5238"/>
        </pc:sldMkLst>
      </pc:sldChg>
      <pc:sldChg chg="addSp modSp new mod modTransition">
        <pc:chgData name="Abhilash Puthanveettil Madathil" userId="d8011305-fc6a-4624-9916-5f1faf71aa6c" providerId="ADAL" clId="{C4AEB7AB-C593-47B2-BC09-31185AC28555}" dt="2025-08-27T14:49:04.270" v="2754"/>
        <pc:sldMkLst>
          <pc:docMk/>
          <pc:sldMk cId="24211103" sldId="5239"/>
        </pc:sldMkLst>
      </pc:sldChg>
      <pc:sldChg chg="new del">
        <pc:chgData name="Abhilash Puthanveettil Madathil" userId="d8011305-fc6a-4624-9916-5f1faf71aa6c" providerId="ADAL" clId="{C4AEB7AB-C593-47B2-BC09-31185AC28555}" dt="2025-08-22T10:40:37.240" v="232" actId="680"/>
        <pc:sldMkLst>
          <pc:docMk/>
          <pc:sldMk cId="1850402077" sldId="5239"/>
        </pc:sldMkLst>
      </pc:sldChg>
      <pc:sldChg chg="del">
        <pc:chgData name="Abhilash Puthanveettil Madathil" userId="d8011305-fc6a-4624-9916-5f1faf71aa6c" providerId="ADAL" clId="{C4AEB7AB-C593-47B2-BC09-31185AC28555}" dt="2025-08-22T10:36:54.586" v="179" actId="47"/>
        <pc:sldMkLst>
          <pc:docMk/>
          <pc:sldMk cId="2407396153" sldId="5239"/>
        </pc:sldMkLst>
      </pc:sldChg>
      <pc:sldChg chg="addSp modSp new mod modTransition modClrScheme chgLayout">
        <pc:chgData name="Abhilash Puthanveettil Madathil" userId="d8011305-fc6a-4624-9916-5f1faf71aa6c" providerId="ADAL" clId="{C4AEB7AB-C593-47B2-BC09-31185AC28555}" dt="2025-08-28T14:06:41.968" v="4488" actId="14100"/>
        <pc:sldMkLst>
          <pc:docMk/>
          <pc:sldMk cId="424486533" sldId="5240"/>
        </pc:sldMkLst>
      </pc:sldChg>
      <pc:sldChg chg="del">
        <pc:chgData name="Abhilash Puthanveettil Madathil" userId="d8011305-fc6a-4624-9916-5f1faf71aa6c" providerId="ADAL" clId="{C4AEB7AB-C593-47B2-BC09-31185AC28555}" dt="2025-08-22T10:36:54.586" v="179" actId="47"/>
        <pc:sldMkLst>
          <pc:docMk/>
          <pc:sldMk cId="1704050280" sldId="5240"/>
        </pc:sldMkLst>
      </pc:sldChg>
      <pc:sldChg chg="addSp delSp modSp new mod modTransition modAnim">
        <pc:chgData name="Abhilash Puthanveettil Madathil" userId="d8011305-fc6a-4624-9916-5f1faf71aa6c" providerId="ADAL" clId="{C4AEB7AB-C593-47B2-BC09-31185AC28555}" dt="2025-08-28T14:27:49.182" v="4512" actId="14100"/>
        <pc:sldMkLst>
          <pc:docMk/>
          <pc:sldMk cId="1888016838" sldId="5241"/>
        </pc:sldMkLst>
      </pc:sldChg>
      <pc:sldChg chg="del">
        <pc:chgData name="Abhilash Puthanveettil Madathil" userId="d8011305-fc6a-4624-9916-5f1faf71aa6c" providerId="ADAL" clId="{C4AEB7AB-C593-47B2-BC09-31185AC28555}" dt="2025-08-22T10:36:54.586" v="179" actId="47"/>
        <pc:sldMkLst>
          <pc:docMk/>
          <pc:sldMk cId="3482186192" sldId="5241"/>
        </pc:sldMkLst>
      </pc:sldChg>
      <pc:sldChg chg="del">
        <pc:chgData name="Abhilash Puthanveettil Madathil" userId="d8011305-fc6a-4624-9916-5f1faf71aa6c" providerId="ADAL" clId="{C4AEB7AB-C593-47B2-BC09-31185AC28555}" dt="2025-08-22T10:36:54.586" v="179" actId="47"/>
        <pc:sldMkLst>
          <pc:docMk/>
          <pc:sldMk cId="709397000" sldId="5242"/>
        </pc:sldMkLst>
      </pc:sldChg>
      <pc:sldChg chg="addSp delSp modSp new mod ord modTransition">
        <pc:chgData name="Abhilash Puthanveettil Madathil" userId="d8011305-fc6a-4624-9916-5f1faf71aa6c" providerId="ADAL" clId="{C4AEB7AB-C593-47B2-BC09-31185AC28555}" dt="2025-08-28T11:49:41.930" v="3150" actId="14100"/>
        <pc:sldMkLst>
          <pc:docMk/>
          <pc:sldMk cId="1985867615" sldId="5242"/>
        </pc:sldMkLst>
      </pc:sldChg>
      <pc:sldChg chg="addSp modSp new mod modTransition">
        <pc:chgData name="Abhilash Puthanveettil Madathil" userId="d8011305-fc6a-4624-9916-5f1faf71aa6c" providerId="ADAL" clId="{C4AEB7AB-C593-47B2-BC09-31185AC28555}" dt="2025-08-28T14:43:34.241" v="4552" actId="1076"/>
        <pc:sldMkLst>
          <pc:docMk/>
          <pc:sldMk cId="1040671412" sldId="5243"/>
        </pc:sldMkLst>
      </pc:sldChg>
      <pc:sldChg chg="addSp delSp modSp new mod modTransition">
        <pc:chgData name="Abhilash Puthanveettil Madathil" userId="d8011305-fc6a-4624-9916-5f1faf71aa6c" providerId="ADAL" clId="{C4AEB7AB-C593-47B2-BC09-31185AC28555}" dt="2025-08-28T13:58:09.292" v="4389" actId="21"/>
        <pc:sldMkLst>
          <pc:docMk/>
          <pc:sldMk cId="872343653" sldId="5244"/>
        </pc:sldMkLst>
      </pc:sldChg>
      <pc:sldChg chg="del">
        <pc:chgData name="Abhilash Puthanveettil Madathil" userId="d8011305-fc6a-4624-9916-5f1faf71aa6c" providerId="ADAL" clId="{C4AEB7AB-C593-47B2-BC09-31185AC28555}" dt="2025-08-22T10:36:54.586" v="179" actId="47"/>
        <pc:sldMkLst>
          <pc:docMk/>
          <pc:sldMk cId="3235250842" sldId="5244"/>
        </pc:sldMkLst>
      </pc:sldChg>
      <pc:sldChg chg="new del">
        <pc:chgData name="Abhilash Puthanveettil Madathil" userId="d8011305-fc6a-4624-9916-5f1faf71aa6c" providerId="ADAL" clId="{C4AEB7AB-C593-47B2-BC09-31185AC28555}" dt="2025-08-22T11:02:13.927" v="1163" actId="47"/>
        <pc:sldMkLst>
          <pc:docMk/>
          <pc:sldMk cId="3261160817" sldId="5245"/>
        </pc:sldMkLst>
      </pc:sldChg>
      <pc:sldChg chg="del">
        <pc:chgData name="Abhilash Puthanveettil Madathil" userId="d8011305-fc6a-4624-9916-5f1faf71aa6c" providerId="ADAL" clId="{C4AEB7AB-C593-47B2-BC09-31185AC28555}" dt="2025-08-22T10:36:54.586" v="179" actId="47"/>
        <pc:sldMkLst>
          <pc:docMk/>
          <pc:sldMk cId="3310637141" sldId="5245"/>
        </pc:sldMkLst>
      </pc:sldChg>
      <pc:sldChg chg="addSp delSp modSp add mod modTransition">
        <pc:chgData name="Abhilash Puthanveettil Madathil" userId="d8011305-fc6a-4624-9916-5f1faf71aa6c" providerId="ADAL" clId="{C4AEB7AB-C593-47B2-BC09-31185AC28555}" dt="2025-08-28T14:59:38.592" v="4581" actId="404"/>
        <pc:sldMkLst>
          <pc:docMk/>
          <pc:sldMk cId="3093455659" sldId="5246"/>
        </pc:sldMkLst>
      </pc:sldChg>
      <pc:sldChg chg="addSp delSp modSp new mod modTransition modAnim">
        <pc:chgData name="Abhilash Puthanveettil Madathil" userId="d8011305-fc6a-4624-9916-5f1faf71aa6c" providerId="ADAL" clId="{C4AEB7AB-C593-47B2-BC09-31185AC28555}" dt="2025-08-28T11:50:26.722" v="3158" actId="14100"/>
        <pc:sldMkLst>
          <pc:docMk/>
          <pc:sldMk cId="3488900210" sldId="5247"/>
        </pc:sldMkLst>
      </pc:sldChg>
      <pc:sldChg chg="addSp delSp modSp new mod modTransition">
        <pc:chgData name="Abhilash Puthanveettil Madathil" userId="d8011305-fc6a-4624-9916-5f1faf71aa6c" providerId="ADAL" clId="{C4AEB7AB-C593-47B2-BC09-31185AC28555}" dt="2025-08-28T14:41:47.748" v="4543" actId="1076"/>
        <pc:sldMkLst>
          <pc:docMk/>
          <pc:sldMk cId="710305279" sldId="5248"/>
        </pc:sldMkLst>
      </pc:sldChg>
      <pc:sldChg chg="addSp delSp modSp del mod chgLayout">
        <pc:chgData name="Abhilash Puthanveettil Madathil" userId="d8011305-fc6a-4624-9916-5f1faf71aa6c" providerId="ADAL" clId="{C4AEB7AB-C593-47B2-BC09-31185AC28555}" dt="2025-08-22T10:38:10.060" v="201" actId="47"/>
        <pc:sldMkLst>
          <pc:docMk/>
          <pc:sldMk cId="1935553133" sldId="5248"/>
        </pc:sldMkLst>
      </pc:sldChg>
      <pc:sldChg chg="del">
        <pc:chgData name="Abhilash Puthanveettil Madathil" userId="d8011305-fc6a-4624-9916-5f1faf71aa6c" providerId="ADAL" clId="{C4AEB7AB-C593-47B2-BC09-31185AC28555}" dt="2025-08-22T10:36:54.586" v="179" actId="47"/>
        <pc:sldMkLst>
          <pc:docMk/>
          <pc:sldMk cId="121771053" sldId="5249"/>
        </pc:sldMkLst>
      </pc:sldChg>
      <pc:sldChg chg="addSp delSp modSp new del mod">
        <pc:chgData name="Abhilash Puthanveettil Madathil" userId="d8011305-fc6a-4624-9916-5f1faf71aa6c" providerId="ADAL" clId="{C4AEB7AB-C593-47B2-BC09-31185AC28555}" dt="2025-08-26T13:24:03.297" v="2364" actId="47"/>
        <pc:sldMkLst>
          <pc:docMk/>
          <pc:sldMk cId="217254541" sldId="5249"/>
        </pc:sldMkLst>
      </pc:sldChg>
      <pc:sldChg chg="addSp delSp modSp new mod modTransition">
        <pc:chgData name="Abhilash Puthanveettil Madathil" userId="d8011305-fc6a-4624-9916-5f1faf71aa6c" providerId="ADAL" clId="{C4AEB7AB-C593-47B2-BC09-31185AC28555}" dt="2025-08-28T08:35:27.685" v="2792" actId="20577"/>
        <pc:sldMkLst>
          <pc:docMk/>
          <pc:sldMk cId="1364485425" sldId="5249"/>
        </pc:sldMkLst>
      </pc:sldChg>
      <pc:sldChg chg="addSp delSp modSp new mod modTransition modAnim">
        <pc:chgData name="Abhilash Puthanveettil Madathil" userId="d8011305-fc6a-4624-9916-5f1faf71aa6c" providerId="ADAL" clId="{C4AEB7AB-C593-47B2-BC09-31185AC28555}" dt="2025-08-29T10:41:37.038" v="4760" actId="108"/>
        <pc:sldMkLst>
          <pc:docMk/>
          <pc:sldMk cId="309449199" sldId="5250"/>
        </pc:sldMkLst>
      </pc:sldChg>
      <pc:sldChg chg="del">
        <pc:chgData name="Abhilash Puthanveettil Madathil" userId="d8011305-fc6a-4624-9916-5f1faf71aa6c" providerId="ADAL" clId="{C4AEB7AB-C593-47B2-BC09-31185AC28555}" dt="2025-08-22T10:36:54.586" v="179" actId="47"/>
        <pc:sldMkLst>
          <pc:docMk/>
          <pc:sldMk cId="1265786797" sldId="5250"/>
        </pc:sldMkLst>
      </pc:sldChg>
      <pc:sldChg chg="add">
        <pc:chgData name="Abhilash Puthanveettil Madathil" userId="d8011305-fc6a-4624-9916-5f1faf71aa6c" providerId="ADAL" clId="{C4AEB7AB-C593-47B2-BC09-31185AC28555}" dt="2025-08-28T08:36:30.863" v="2810"/>
        <pc:sldMkLst>
          <pc:docMk/>
          <pc:sldMk cId="2770934003" sldId="5251"/>
        </pc:sldMkLst>
      </pc:sldChg>
      <pc:sldChg chg="del">
        <pc:chgData name="Abhilash Puthanveettil Madathil" userId="d8011305-fc6a-4624-9916-5f1faf71aa6c" providerId="ADAL" clId="{C4AEB7AB-C593-47B2-BC09-31185AC28555}" dt="2025-08-22T10:36:54.586" v="179" actId="47"/>
        <pc:sldMkLst>
          <pc:docMk/>
          <pc:sldMk cId="3782263483" sldId="5251"/>
        </pc:sldMkLst>
      </pc:sldChg>
      <pc:sldChg chg="del">
        <pc:chgData name="Abhilash Puthanveettil Madathil" userId="d8011305-fc6a-4624-9916-5f1faf71aa6c" providerId="ADAL" clId="{C4AEB7AB-C593-47B2-BC09-31185AC28555}" dt="2025-08-22T10:36:54.586" v="179" actId="47"/>
        <pc:sldMkLst>
          <pc:docMk/>
          <pc:sldMk cId="2265455841" sldId="5252"/>
        </pc:sldMkLst>
      </pc:sldChg>
      <pc:sldChg chg="modSp add mod">
        <pc:chgData name="Abhilash Puthanveettil Madathil" userId="d8011305-fc6a-4624-9916-5f1faf71aa6c" providerId="ADAL" clId="{C4AEB7AB-C593-47B2-BC09-31185AC28555}" dt="2025-08-29T09:38:25.897" v="4733" actId="20577"/>
        <pc:sldMkLst>
          <pc:docMk/>
          <pc:sldMk cId="3833758513" sldId="5252"/>
        </pc:sldMkLst>
      </pc:sldChg>
      <pc:sldChg chg="new del">
        <pc:chgData name="Abhilash Puthanveettil Madathil" userId="d8011305-fc6a-4624-9916-5f1faf71aa6c" providerId="ADAL" clId="{C4AEB7AB-C593-47B2-BC09-31185AC28555}" dt="2025-08-28T12:22:42.394" v="3994" actId="47"/>
        <pc:sldMkLst>
          <pc:docMk/>
          <pc:sldMk cId="1110800065" sldId="5253"/>
        </pc:sldMkLst>
      </pc:sldChg>
      <pc:sldChg chg="modSp add del mod">
        <pc:chgData name="Abhilash Puthanveettil Madathil" userId="d8011305-fc6a-4624-9916-5f1faf71aa6c" providerId="ADAL" clId="{C4AEB7AB-C593-47B2-BC09-31185AC28555}" dt="2025-08-28T12:09:30.886" v="3428" actId="47"/>
        <pc:sldMkLst>
          <pc:docMk/>
          <pc:sldMk cId="1920247083" sldId="5253"/>
        </pc:sldMkLst>
      </pc:sldChg>
      <pc:sldChg chg="del">
        <pc:chgData name="Abhilash Puthanveettil Madathil" userId="d8011305-fc6a-4624-9916-5f1faf71aa6c" providerId="ADAL" clId="{C4AEB7AB-C593-47B2-BC09-31185AC28555}" dt="2025-08-22T10:36:54.586" v="179" actId="47"/>
        <pc:sldMkLst>
          <pc:docMk/>
          <pc:sldMk cId="2727390153" sldId="5253"/>
        </pc:sldMkLst>
      </pc:sldChg>
      <pc:sldChg chg="del">
        <pc:chgData name="Abhilash Puthanveettil Madathil" userId="d8011305-fc6a-4624-9916-5f1faf71aa6c" providerId="ADAL" clId="{C4AEB7AB-C593-47B2-BC09-31185AC28555}" dt="2025-08-22T10:36:54.586" v="179" actId="47"/>
        <pc:sldMkLst>
          <pc:docMk/>
          <pc:sldMk cId="1443457900" sldId="5254"/>
        </pc:sldMkLst>
      </pc:sldChg>
      <pc:sldChg chg="addSp delSp modSp add mod">
        <pc:chgData name="Abhilash Puthanveettil Madathil" userId="d8011305-fc6a-4624-9916-5f1faf71aa6c" providerId="ADAL" clId="{C4AEB7AB-C593-47B2-BC09-31185AC28555}" dt="2025-08-29T10:54:32.076" v="4864" actId="20577"/>
        <pc:sldMkLst>
          <pc:docMk/>
          <pc:sldMk cId="3216463083" sldId="5254"/>
        </pc:sldMkLst>
      </pc:sldChg>
      <pc:sldChg chg="new del">
        <pc:chgData name="Abhilash Puthanveettil Madathil" userId="d8011305-fc6a-4624-9916-5f1faf71aa6c" providerId="ADAL" clId="{C4AEB7AB-C593-47B2-BC09-31185AC28555}" dt="2025-08-28T12:54:50.811" v="4066" actId="47"/>
        <pc:sldMkLst>
          <pc:docMk/>
          <pc:sldMk cId="1984947016" sldId="5255"/>
        </pc:sldMkLst>
      </pc:sldChg>
      <pc:sldChg chg="addSp delSp modSp add mod">
        <pc:chgData name="Abhilash Puthanveettil Madathil" userId="d8011305-fc6a-4624-9916-5f1faf71aa6c" providerId="ADAL" clId="{C4AEB7AB-C593-47B2-BC09-31185AC28555}" dt="2025-08-29T15:54:54.518" v="4865" actId="14100"/>
        <pc:sldMkLst>
          <pc:docMk/>
          <pc:sldMk cId="2994739329" sldId="5255"/>
        </pc:sldMkLst>
      </pc:sldChg>
      <pc:sldChg chg="del">
        <pc:chgData name="Abhilash Puthanveettil Madathil" userId="d8011305-fc6a-4624-9916-5f1faf71aa6c" providerId="ADAL" clId="{C4AEB7AB-C593-47B2-BC09-31185AC28555}" dt="2025-08-22T10:36:54.586" v="179" actId="47"/>
        <pc:sldMkLst>
          <pc:docMk/>
          <pc:sldMk cId="3076644509" sldId="5255"/>
        </pc:sldMkLst>
      </pc:sldChg>
      <pc:sldChg chg="addSp delSp modSp new mod">
        <pc:chgData name="Abhilash Puthanveettil Madathil" userId="d8011305-fc6a-4624-9916-5f1faf71aa6c" providerId="ADAL" clId="{C4AEB7AB-C593-47B2-BC09-31185AC28555}" dt="2025-08-28T14:03:45.018" v="4486" actId="1076"/>
        <pc:sldMkLst>
          <pc:docMk/>
          <pc:sldMk cId="470072454" sldId="5256"/>
        </pc:sldMkLst>
      </pc:sldChg>
      <pc:sldChg chg="add del">
        <pc:chgData name="Abhilash Puthanveettil Madathil" userId="d8011305-fc6a-4624-9916-5f1faf71aa6c" providerId="ADAL" clId="{C4AEB7AB-C593-47B2-BC09-31185AC28555}" dt="2025-08-28T12:56:34.185" v="4067" actId="47"/>
        <pc:sldMkLst>
          <pc:docMk/>
          <pc:sldMk cId="3234830069" sldId="5256"/>
        </pc:sldMkLst>
      </pc:sldChg>
      <pc:sldChg chg="addSp delSp modSp new mod">
        <pc:chgData name="Abhilash Puthanveettil Madathil" userId="d8011305-fc6a-4624-9916-5f1faf71aa6c" providerId="ADAL" clId="{C4AEB7AB-C593-47B2-BC09-31185AC28555}" dt="2025-08-29T10:39:20.080" v="4759" actId="1076"/>
        <pc:sldMkLst>
          <pc:docMk/>
          <pc:sldMk cId="966834390" sldId="5257"/>
        </pc:sldMkLst>
      </pc:sldChg>
      <pc:sldChg chg="del">
        <pc:chgData name="Abhilash Puthanveettil Madathil" userId="d8011305-fc6a-4624-9916-5f1faf71aa6c" providerId="ADAL" clId="{C4AEB7AB-C593-47B2-BC09-31185AC28555}" dt="2025-08-22T10:36:54.586" v="179" actId="47"/>
        <pc:sldMkLst>
          <pc:docMk/>
          <pc:sldMk cId="3499419050" sldId="5257"/>
        </pc:sldMkLst>
      </pc:sldChg>
      <pc:sldChg chg="new del">
        <pc:chgData name="Abhilash Puthanveettil Madathil" userId="d8011305-fc6a-4624-9916-5f1faf71aa6c" providerId="ADAL" clId="{C4AEB7AB-C593-47B2-BC09-31185AC28555}" dt="2025-08-29T10:47:10.655" v="4765" actId="47"/>
        <pc:sldMkLst>
          <pc:docMk/>
          <pc:sldMk cId="1394798472" sldId="5258"/>
        </pc:sldMkLst>
      </pc:sldChg>
      <pc:sldChg chg="del">
        <pc:chgData name="Abhilash Puthanveettil Madathil" userId="d8011305-fc6a-4624-9916-5f1faf71aa6c" providerId="ADAL" clId="{C4AEB7AB-C593-47B2-BC09-31185AC28555}" dt="2025-08-22T10:36:54.586" v="179" actId="47"/>
        <pc:sldMkLst>
          <pc:docMk/>
          <pc:sldMk cId="2759516012" sldId="5258"/>
        </pc:sldMkLst>
      </pc:sldChg>
      <pc:sldChg chg="addSp delSp modSp new del mod modClrScheme chgLayout">
        <pc:chgData name="Abhilash Puthanveettil Madathil" userId="d8011305-fc6a-4624-9916-5f1faf71aa6c" providerId="ADAL" clId="{C4AEB7AB-C593-47B2-BC09-31185AC28555}" dt="2025-08-29T10:42:31.383" v="4761" actId="47"/>
        <pc:sldMkLst>
          <pc:docMk/>
          <pc:sldMk cId="3173915386" sldId="5258"/>
        </pc:sldMkLst>
      </pc:sldChg>
      <pc:sldChg chg="new del">
        <pc:chgData name="Abhilash Puthanveettil Madathil" userId="d8011305-fc6a-4624-9916-5f1faf71aa6c" providerId="ADAL" clId="{C4AEB7AB-C593-47B2-BC09-31185AC28555}" dt="2025-08-29T10:47:04.868" v="4763" actId="47"/>
        <pc:sldMkLst>
          <pc:docMk/>
          <pc:sldMk cId="3586304989" sldId="5258"/>
        </pc:sldMkLst>
      </pc:sldChg>
      <pc:sldChg chg="del">
        <pc:chgData name="Abhilash Puthanveettil Madathil" userId="d8011305-fc6a-4624-9916-5f1faf71aa6c" providerId="ADAL" clId="{C4AEB7AB-C593-47B2-BC09-31185AC28555}" dt="2025-08-22T10:36:54.586" v="179" actId="47"/>
        <pc:sldMkLst>
          <pc:docMk/>
          <pc:sldMk cId="1115754246" sldId="5259"/>
        </pc:sldMkLst>
      </pc:sldChg>
      <pc:sldChg chg="del">
        <pc:chgData name="Abhilash Puthanveettil Madathil" userId="d8011305-fc6a-4624-9916-5f1faf71aa6c" providerId="ADAL" clId="{C4AEB7AB-C593-47B2-BC09-31185AC28555}" dt="2025-08-22T10:36:54.586" v="179" actId="47"/>
        <pc:sldMkLst>
          <pc:docMk/>
          <pc:sldMk cId="19053534" sldId="5260"/>
        </pc:sldMkLst>
      </pc:sldChg>
      <pc:sldChg chg="del">
        <pc:chgData name="Abhilash Puthanveettil Madathil" userId="d8011305-fc6a-4624-9916-5f1faf71aa6c" providerId="ADAL" clId="{C4AEB7AB-C593-47B2-BC09-31185AC28555}" dt="2025-08-22T10:36:54.586" v="179" actId="47"/>
        <pc:sldMkLst>
          <pc:docMk/>
          <pc:sldMk cId="2777525729" sldId="5261"/>
        </pc:sldMkLst>
      </pc:sldChg>
      <pc:sldChg chg="del">
        <pc:chgData name="Abhilash Puthanveettil Madathil" userId="d8011305-fc6a-4624-9916-5f1faf71aa6c" providerId="ADAL" clId="{C4AEB7AB-C593-47B2-BC09-31185AC28555}" dt="2025-08-22T10:36:54.586" v="179" actId="47"/>
        <pc:sldMkLst>
          <pc:docMk/>
          <pc:sldMk cId="1386602190" sldId="5262"/>
        </pc:sldMkLst>
      </pc:sldChg>
      <pc:sldChg chg="del">
        <pc:chgData name="Abhilash Puthanveettil Madathil" userId="d8011305-fc6a-4624-9916-5f1faf71aa6c" providerId="ADAL" clId="{C4AEB7AB-C593-47B2-BC09-31185AC28555}" dt="2025-08-22T10:36:54.586" v="179" actId="47"/>
        <pc:sldMkLst>
          <pc:docMk/>
          <pc:sldMk cId="3042321857" sldId="5263"/>
        </pc:sldMkLst>
      </pc:sldChg>
      <pc:sldChg chg="del">
        <pc:chgData name="Abhilash Puthanveettil Madathil" userId="d8011305-fc6a-4624-9916-5f1faf71aa6c" providerId="ADAL" clId="{C4AEB7AB-C593-47B2-BC09-31185AC28555}" dt="2025-08-22T10:36:54.586" v="179" actId="47"/>
        <pc:sldMkLst>
          <pc:docMk/>
          <pc:sldMk cId="3570603677" sldId="5264"/>
        </pc:sldMkLst>
      </pc:sldChg>
      <pc:sldChg chg="del">
        <pc:chgData name="Abhilash Puthanveettil Madathil" userId="d8011305-fc6a-4624-9916-5f1faf71aa6c" providerId="ADAL" clId="{C4AEB7AB-C593-47B2-BC09-31185AC28555}" dt="2025-08-22T10:36:54.586" v="179" actId="47"/>
        <pc:sldMkLst>
          <pc:docMk/>
          <pc:sldMk cId="3669718292" sldId="5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A2D4AC-FDE1-4859-9B97-5383E64BFF81}" type="datetimeFigureOut">
              <a:rPr lang="en-GB" smtClean="0"/>
              <a:t>10/11/2025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6F4C5-6B97-4769-8730-C90D4D935F18}" type="slidenum">
              <a:rPr lang="en-GB" smtClean="0"/>
              <a:t>‹#›</a:t>
            </a:fld>
            <a:endParaRPr lang="en-GB"/>
          </a:p>
        </p:txBody>
      </p:sp>
    </p:spTree>
    <p:extLst>
      <p:ext uri="{BB962C8B-B14F-4D97-AF65-F5344CB8AC3E}">
        <p14:creationId xmlns:p14="http://schemas.microsoft.com/office/powerpoint/2010/main" val="316899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13B8D9-E454-1E4A-BB8A-3D304A3417BE}" type="slidenum">
              <a:rPr lang="en-US" smtClean="0"/>
              <a:t>1</a:t>
            </a:fld>
            <a:endParaRPr lang="en-US"/>
          </a:p>
        </p:txBody>
      </p:sp>
    </p:spTree>
    <p:extLst>
      <p:ext uri="{BB962C8B-B14F-4D97-AF65-F5344CB8AC3E}">
        <p14:creationId xmlns:p14="http://schemas.microsoft.com/office/powerpoint/2010/main" val="1892272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56F4C5-6B97-4769-8730-C90D4D935F18}" type="slidenum">
              <a:rPr lang="en-GB" smtClean="0"/>
              <a:t>10</a:t>
            </a:fld>
            <a:endParaRPr lang="en-GB"/>
          </a:p>
        </p:txBody>
      </p:sp>
    </p:spTree>
    <p:extLst>
      <p:ext uri="{BB962C8B-B14F-4D97-AF65-F5344CB8AC3E}">
        <p14:creationId xmlns:p14="http://schemas.microsoft.com/office/powerpoint/2010/main" val="4040399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E52F09F-D6F5-44E0-8624-F82DA9A29479}" type="slidenum">
              <a:rPr lang="en-GB" smtClean="0"/>
              <a:t>17</a:t>
            </a:fld>
            <a:endParaRPr lang="en-GB"/>
          </a:p>
        </p:txBody>
      </p:sp>
    </p:spTree>
    <p:extLst>
      <p:ext uri="{BB962C8B-B14F-4D97-AF65-F5344CB8AC3E}">
        <p14:creationId xmlns:p14="http://schemas.microsoft.com/office/powerpoint/2010/main" val="3111585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6384C-27DB-763C-BC42-3F4A6C9435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B57C64F-42F2-8AE0-3181-45C7409862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96663FE-9A74-9FC9-67A0-7EADB126CD42}"/>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5" name="Footer Placeholder 4">
            <a:extLst>
              <a:ext uri="{FF2B5EF4-FFF2-40B4-BE49-F238E27FC236}">
                <a16:creationId xmlns:a16="http://schemas.microsoft.com/office/drawing/2014/main" id="{A2817D61-D163-92B2-B75F-135DBFB905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64948B-79A3-2352-1A38-94C17B7254F5}"/>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1278852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F959-DEEA-5CF9-AECA-C8D05C18139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276E1EC-B19A-A345-F578-8C53C832D7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63C4774-26B9-7813-10A1-5DADBFE700D8}"/>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5" name="Footer Placeholder 4">
            <a:extLst>
              <a:ext uri="{FF2B5EF4-FFF2-40B4-BE49-F238E27FC236}">
                <a16:creationId xmlns:a16="http://schemas.microsoft.com/office/drawing/2014/main" id="{7993C28C-ADCB-22C2-AA43-2D286C0A4D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919FA2-CB9E-A964-BCD2-AE1CADA50F34}"/>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2390497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7AFA2-64D3-3B9F-CF1F-906B6D04F6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1DC41A7-14A3-2734-8214-A3515CC7BA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382AD5-3464-0B16-07D5-BACE1F5A6D71}"/>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5" name="Footer Placeholder 4">
            <a:extLst>
              <a:ext uri="{FF2B5EF4-FFF2-40B4-BE49-F238E27FC236}">
                <a16:creationId xmlns:a16="http://schemas.microsoft.com/office/drawing/2014/main" id="{F08B4212-7711-6908-C234-F0BFC2294B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A286FD-BAA3-D9E2-D2D2-87F57B53859A}"/>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114536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DC761-2679-E956-5A74-7629E7DBB2B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2E7A84-8D10-C8CE-4920-8DE73F284F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1C7E709-1B28-D22A-EACE-12D3352931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952CA69-3A4A-1E66-68CE-39D945098672}"/>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6" name="Footer Placeholder 5">
            <a:extLst>
              <a:ext uri="{FF2B5EF4-FFF2-40B4-BE49-F238E27FC236}">
                <a16:creationId xmlns:a16="http://schemas.microsoft.com/office/drawing/2014/main" id="{8F06B3D2-2A37-A6E0-CC99-B4B6F811984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A7EC69-6723-CFDF-4385-D1F0E262CD73}"/>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2166767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75E3D-A43F-4C92-F016-3E449A54949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CA85E97-EDD1-3519-D14D-5BF8C4CC6F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21B803-3D68-604A-8DFC-912A6371DF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C07F7D4-99FA-613C-00BE-F6B2A07F59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FAE22C-AC28-5241-7365-574998E4F1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0F701E1-EB98-132F-C3B7-37A46D52A1D2}"/>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8" name="Footer Placeholder 7">
            <a:extLst>
              <a:ext uri="{FF2B5EF4-FFF2-40B4-BE49-F238E27FC236}">
                <a16:creationId xmlns:a16="http://schemas.microsoft.com/office/drawing/2014/main" id="{F73BDABF-932D-2E50-5FB8-B7B1B6F0D03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FD0CCA6-4BA7-413E-1773-1D828F50D196}"/>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1328733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A87AE-8F0C-08DF-FC15-71FC0AF8AAD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A48D390-13A9-B4D2-9988-E6D0B8E60173}"/>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4" name="Footer Placeholder 3">
            <a:extLst>
              <a:ext uri="{FF2B5EF4-FFF2-40B4-BE49-F238E27FC236}">
                <a16:creationId xmlns:a16="http://schemas.microsoft.com/office/drawing/2014/main" id="{D21C13AD-3509-5FE1-4494-2ABCB4E4858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7F0EFE6-8101-03EF-B8C2-9652512D042A}"/>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2641115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6DB4D-932C-CDC6-F63A-09709E7DC894}"/>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3" name="Footer Placeholder 2">
            <a:extLst>
              <a:ext uri="{FF2B5EF4-FFF2-40B4-BE49-F238E27FC236}">
                <a16:creationId xmlns:a16="http://schemas.microsoft.com/office/drawing/2014/main" id="{30749DE3-D8AF-72BB-E5AA-F369E4EDA23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2376096-B08B-1A74-C72C-6099FE44A2FA}"/>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2946533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30077-06FA-3F75-363F-652068A392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CD8E6E7-396C-EF3F-2E57-60C192060E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FECF30E-AF39-9CF5-9CB3-3B53A4B636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9907C7-6669-3EFD-5E74-B1FECC0CA32A}"/>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6" name="Footer Placeholder 5">
            <a:extLst>
              <a:ext uri="{FF2B5EF4-FFF2-40B4-BE49-F238E27FC236}">
                <a16:creationId xmlns:a16="http://schemas.microsoft.com/office/drawing/2014/main" id="{5B256133-8252-13C9-7D8D-BDA082280C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FB209EF-6477-D7D4-DB09-4BDE3844B34E}"/>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188732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717B-ADD8-51F3-BFD2-BEBAEE538D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3118E8-9E3D-3D90-388F-ADA244F4CF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27B7582-CA1F-97A9-5348-A07F1D81F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312709-610F-0660-8C0D-7F57389AE304}"/>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6" name="Footer Placeholder 5">
            <a:extLst>
              <a:ext uri="{FF2B5EF4-FFF2-40B4-BE49-F238E27FC236}">
                <a16:creationId xmlns:a16="http://schemas.microsoft.com/office/drawing/2014/main" id="{B99CD9B9-B6E8-0147-A9C9-C62BB9BB3A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195A6AA-4617-7B44-8128-CDEA28BBCBAE}"/>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3504464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01B14-E76D-D1B0-CD4B-6750CCDF0BB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C8892CB-5545-B7F6-C8B1-AAC53F1FFB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B85940-DC2C-9531-EFA2-C3A78FE2A8CA}"/>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5" name="Footer Placeholder 4">
            <a:extLst>
              <a:ext uri="{FF2B5EF4-FFF2-40B4-BE49-F238E27FC236}">
                <a16:creationId xmlns:a16="http://schemas.microsoft.com/office/drawing/2014/main" id="{0B75E816-A16E-3FBF-98FF-36A15EAC56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236721-E357-D836-4EBA-DA4A853AB925}"/>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3897901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83A5A2-2FB1-9F36-7FEB-931EE2A90A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7148B4D-763A-8FBA-07C8-554355F387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BB3C20-BD86-2228-C1F1-30538B26CAF4}"/>
              </a:ext>
            </a:extLst>
          </p:cNvPr>
          <p:cNvSpPr>
            <a:spLocks noGrp="1"/>
          </p:cNvSpPr>
          <p:nvPr>
            <p:ph type="dt" sz="half" idx="10"/>
          </p:nvPr>
        </p:nvSpPr>
        <p:spPr/>
        <p:txBody>
          <a:bodyPr/>
          <a:lstStyle/>
          <a:p>
            <a:fld id="{45B3DEC1-74EF-4EB6-A43D-39730B8C3EF5}" type="datetimeFigureOut">
              <a:rPr lang="en-GB" smtClean="0"/>
              <a:t>10/11/2025</a:t>
            </a:fld>
            <a:endParaRPr lang="en-GB"/>
          </a:p>
        </p:txBody>
      </p:sp>
      <p:sp>
        <p:nvSpPr>
          <p:cNvPr id="5" name="Footer Placeholder 4">
            <a:extLst>
              <a:ext uri="{FF2B5EF4-FFF2-40B4-BE49-F238E27FC236}">
                <a16:creationId xmlns:a16="http://schemas.microsoft.com/office/drawing/2014/main" id="{5A20BD76-E5D7-4B43-5644-2D2743FD74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79424D-2DAF-F879-5462-320EA87F6F1A}"/>
              </a:ext>
            </a:extLst>
          </p:cNvPr>
          <p:cNvSpPr>
            <a:spLocks noGrp="1"/>
          </p:cNvSpPr>
          <p:nvPr>
            <p:ph type="sldNum" sz="quarter" idx="12"/>
          </p:nvPr>
        </p:nvSpPr>
        <p:spPr/>
        <p:txBody>
          <a:bodyPr/>
          <a:lstStyle/>
          <a:p>
            <a:fld id="{66011FDA-6C26-46CC-B043-5F986F564854}" type="slidenum">
              <a:rPr lang="en-GB" smtClean="0"/>
              <a:t>‹#›</a:t>
            </a:fld>
            <a:endParaRPr lang="en-GB"/>
          </a:p>
        </p:txBody>
      </p:sp>
    </p:spTree>
    <p:extLst>
      <p:ext uri="{BB962C8B-B14F-4D97-AF65-F5344CB8AC3E}">
        <p14:creationId xmlns:p14="http://schemas.microsoft.com/office/powerpoint/2010/main" val="34646984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10" name="Picture 9" descr="A screenshot of a cell phone&#10;&#10;Description automatically generated">
            <a:extLst>
              <a:ext uri="{FF2B5EF4-FFF2-40B4-BE49-F238E27FC236}">
                <a16:creationId xmlns:a16="http://schemas.microsoft.com/office/drawing/2014/main" id="{7EDB0DD1-62F4-7147-9938-966A5499D9D6}"/>
              </a:ext>
            </a:extLst>
          </p:cNvPr>
          <p:cNvPicPr>
            <a:picLocks noChangeAspect="1"/>
          </p:cNvPicPr>
          <p:nvPr userDrawn="1"/>
        </p:nvPicPr>
        <p:blipFill rotWithShape="1">
          <a:blip r:embed="rId2"/>
          <a:srcRect/>
          <a:stretch/>
        </p:blipFill>
        <p:spPr>
          <a:xfrm>
            <a:off x="0" y="0"/>
            <a:ext cx="12192000" cy="6858000"/>
          </a:xfrm>
          <a:prstGeom prst="rect">
            <a:avLst/>
          </a:prstGeom>
        </p:spPr>
      </p:pic>
      <p:pic>
        <p:nvPicPr>
          <p:cNvPr id="18" name="Picture 17" descr="A close up of a card&#10;&#10;Description automatically generated">
            <a:extLst>
              <a:ext uri="{FF2B5EF4-FFF2-40B4-BE49-F238E27FC236}">
                <a16:creationId xmlns:a16="http://schemas.microsoft.com/office/drawing/2014/main" id="{4AB17E63-E669-A14A-9A7B-25010612F3DA}"/>
              </a:ext>
            </a:extLst>
          </p:cNvPr>
          <p:cNvPicPr>
            <a:picLocks noChangeAspect="1"/>
          </p:cNvPicPr>
          <p:nvPr userDrawn="1"/>
        </p:nvPicPr>
        <p:blipFill>
          <a:blip r:embed="rId3"/>
          <a:stretch>
            <a:fillRect/>
          </a:stretch>
        </p:blipFill>
        <p:spPr>
          <a:xfrm>
            <a:off x="9474200" y="4153452"/>
            <a:ext cx="2717800" cy="2717800"/>
          </a:xfrm>
          <a:prstGeom prst="rect">
            <a:avLst/>
          </a:prstGeom>
        </p:spPr>
      </p:pic>
      <p:sp>
        <p:nvSpPr>
          <p:cNvPr id="22" name="Picture Placeholder 21">
            <a:extLst>
              <a:ext uri="{FF2B5EF4-FFF2-40B4-BE49-F238E27FC236}">
                <a16:creationId xmlns:a16="http://schemas.microsoft.com/office/drawing/2014/main" id="{9B6D0F0A-3BBD-0B4E-A642-21BE41249B0C}"/>
              </a:ext>
            </a:extLst>
          </p:cNvPr>
          <p:cNvSpPr>
            <a:spLocks noGrp="1"/>
          </p:cNvSpPr>
          <p:nvPr>
            <p:ph type="pic" sz="quarter" idx="10"/>
          </p:nvPr>
        </p:nvSpPr>
        <p:spPr>
          <a:xfrm>
            <a:off x="3451225" y="0"/>
            <a:ext cx="8750935" cy="6878320"/>
          </a:xfrm>
          <a:custGeom>
            <a:avLst/>
            <a:gdLst>
              <a:gd name="connsiteX0" fmla="*/ 6858000 w 8750935"/>
              <a:gd name="connsiteY0" fmla="*/ 0 h 6878320"/>
              <a:gd name="connsiteX1" fmla="*/ 8740775 w 8750935"/>
              <a:gd name="connsiteY1" fmla="*/ 0 h 6878320"/>
              <a:gd name="connsiteX2" fmla="*/ 8750935 w 8750935"/>
              <a:gd name="connsiteY2" fmla="*/ 4216400 h 6878320"/>
              <a:gd name="connsiteX3" fmla="*/ 8745855 w 8750935"/>
              <a:gd name="connsiteY3" fmla="*/ 5543550 h 6878320"/>
              <a:gd name="connsiteX4" fmla="*/ 8745855 w 8750935"/>
              <a:gd name="connsiteY4" fmla="*/ 4221163 h 6878320"/>
              <a:gd name="connsiteX5" fmla="*/ 6088813 w 8750935"/>
              <a:gd name="connsiteY5" fmla="*/ 6878206 h 6878320"/>
              <a:gd name="connsiteX6" fmla="*/ 6048375 w 8750935"/>
              <a:gd name="connsiteY6" fmla="*/ 6878320 h 6878320"/>
              <a:gd name="connsiteX7" fmla="*/ 0 w 8750935"/>
              <a:gd name="connsiteY7" fmla="*/ 6870700 h 687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50935" h="6878320">
                <a:moveTo>
                  <a:pt x="6858000" y="0"/>
                </a:moveTo>
                <a:lnTo>
                  <a:pt x="8740775" y="0"/>
                </a:lnTo>
                <a:cubicBezTo>
                  <a:pt x="8744162" y="1405467"/>
                  <a:pt x="8747548" y="2810933"/>
                  <a:pt x="8750935" y="4216400"/>
                </a:cubicBezTo>
                <a:lnTo>
                  <a:pt x="8745855" y="5543550"/>
                </a:lnTo>
                <a:lnTo>
                  <a:pt x="8745855" y="4221163"/>
                </a:lnTo>
                <a:lnTo>
                  <a:pt x="6088813" y="6878206"/>
                </a:lnTo>
                <a:lnTo>
                  <a:pt x="6048375" y="6878320"/>
                </a:lnTo>
                <a:lnTo>
                  <a:pt x="0" y="6870700"/>
                </a:lnTo>
                <a:close/>
              </a:path>
            </a:pathLst>
          </a:custGeom>
          <a:solidFill>
            <a:schemeClr val="bg1">
              <a:lumMod val="75000"/>
            </a:schemeClr>
          </a:solidFill>
          <a:ln>
            <a:noFill/>
          </a:ln>
        </p:spPr>
        <p:txBody>
          <a:bodyPr wrap="square" anchor="ctr" anchorCtr="0">
            <a:noAutofit/>
          </a:bodyPr>
          <a:lstStyle>
            <a:lvl1pPr marL="0" indent="0" algn="r">
              <a:buNone/>
              <a:defRPr/>
            </a:lvl1pPr>
          </a:lstStyle>
          <a:p>
            <a:endParaRPr lang="en-US"/>
          </a:p>
        </p:txBody>
      </p:sp>
      <p:sp>
        <p:nvSpPr>
          <p:cNvPr id="2" name="Title 1">
            <a:extLst>
              <a:ext uri="{FF2B5EF4-FFF2-40B4-BE49-F238E27FC236}">
                <a16:creationId xmlns:a16="http://schemas.microsoft.com/office/drawing/2014/main" id="{7C09B2EF-CCE9-FD4E-BD90-0A7C93D1669C}"/>
              </a:ext>
            </a:extLst>
          </p:cNvPr>
          <p:cNvSpPr>
            <a:spLocks noGrp="1"/>
          </p:cNvSpPr>
          <p:nvPr>
            <p:ph type="ctrTitle" hasCustomPrompt="1"/>
          </p:nvPr>
        </p:nvSpPr>
        <p:spPr>
          <a:xfrm>
            <a:off x="528320" y="2422165"/>
            <a:ext cx="5815330" cy="1213803"/>
          </a:xfrm>
        </p:spPr>
        <p:txBody>
          <a:bodyPr lIns="0" rIns="90000" anchor="b">
            <a:normAutofit/>
          </a:bodyPr>
          <a:lstStyle>
            <a:lvl1pPr algn="l">
              <a:defRPr sz="4200" b="0">
                <a:solidFill>
                  <a:srgbClr val="3D4766"/>
                </a:solidFill>
              </a:defRPr>
            </a:lvl1pPr>
          </a:lstStyle>
          <a:p>
            <a:r>
              <a:rPr lang="en-GB"/>
              <a:t>Edit title style</a:t>
            </a:r>
            <a:endParaRPr lang="en-US"/>
          </a:p>
        </p:txBody>
      </p:sp>
      <p:sp>
        <p:nvSpPr>
          <p:cNvPr id="3" name="Subtitle 2">
            <a:extLst>
              <a:ext uri="{FF2B5EF4-FFF2-40B4-BE49-F238E27FC236}">
                <a16:creationId xmlns:a16="http://schemas.microsoft.com/office/drawing/2014/main" id="{13E14B6B-62BC-D64B-A5A3-9D3C7B48E413}"/>
              </a:ext>
            </a:extLst>
          </p:cNvPr>
          <p:cNvSpPr>
            <a:spLocks noGrp="1"/>
          </p:cNvSpPr>
          <p:nvPr>
            <p:ph type="subTitle" idx="1"/>
          </p:nvPr>
        </p:nvSpPr>
        <p:spPr>
          <a:xfrm>
            <a:off x="528320" y="3728044"/>
            <a:ext cx="5815330" cy="1655762"/>
          </a:xfrm>
        </p:spPr>
        <p:txBody>
          <a:bodyPr lIns="0" rIns="90000"/>
          <a:lstStyle>
            <a:lvl1pPr marL="0" indent="0" algn="l">
              <a:buNone/>
              <a:defRPr sz="24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1352024839"/>
      </p:ext>
    </p:extLst>
  </p:cSld>
  <p:clrMapOvr>
    <a:masterClrMapping/>
  </p:clrMapOvr>
  <p:extLst>
    <p:ext uri="{DCECCB84-F9BA-43D5-87BE-67443E8EF086}">
      <p15:sldGuideLst xmlns:p15="http://schemas.microsoft.com/office/powerpoint/2012/main">
        <p15:guide id="1" orient="horz" pos="2659">
          <p15:clr>
            <a:srgbClr val="FBAE40"/>
          </p15:clr>
        </p15:guide>
        <p15:guide id="2" pos="2162">
          <p15:clr>
            <a:srgbClr val="FBAE40"/>
          </p15:clr>
        </p15:guide>
        <p15:guide id="3" pos="6494">
          <p15:clr>
            <a:srgbClr val="FBAE40"/>
          </p15:clr>
        </p15:guide>
        <p15:guide id="4" pos="600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688B-8D21-F043-938E-460D98DF7B5D}"/>
              </a:ext>
            </a:extLst>
          </p:cNvPr>
          <p:cNvSpPr>
            <a:spLocks noGrp="1"/>
          </p:cNvSpPr>
          <p:nvPr>
            <p:ph type="title"/>
          </p:nvPr>
        </p:nvSpPr>
        <p:spPr>
          <a:xfrm>
            <a:off x="543560" y="365125"/>
            <a:ext cx="11085732" cy="1325563"/>
          </a:xfrm>
        </p:spPr>
        <p:txBody>
          <a:bodyPr lIns="0" rIns="90000"/>
          <a:lstStyle>
            <a:lvl1pPr>
              <a:defRPr>
                <a:solidFill>
                  <a:srgbClr val="3D4766"/>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43560" y="1825624"/>
            <a:ext cx="11085732" cy="4498975"/>
          </a:xfrm>
        </p:spPr>
        <p:txBody>
          <a:bodyPr lIns="0" rIns="90000">
            <a:normAutofit/>
          </a:bodyPr>
          <a:lstStyle>
            <a:lvl1pPr>
              <a:defRPr sz="2000">
                <a:solidFill>
                  <a:schemeClr val="tx1">
                    <a:lumMod val="65000"/>
                    <a:lumOff val="35000"/>
                  </a:schemeClr>
                </a:solidFill>
              </a:defRPr>
            </a:lvl1pPr>
            <a:lvl2pPr>
              <a:defRPr sz="2000">
                <a:solidFill>
                  <a:schemeClr val="tx1">
                    <a:lumMod val="65000"/>
                    <a:lumOff val="35000"/>
                  </a:schemeClr>
                </a:solidFill>
              </a:defRPr>
            </a:lvl2pPr>
            <a:lvl3pPr>
              <a:defRPr sz="2000">
                <a:solidFill>
                  <a:schemeClr val="tx1">
                    <a:lumMod val="65000"/>
                    <a:lumOff val="35000"/>
                  </a:schemeClr>
                </a:solidFill>
              </a:defRPr>
            </a:lvl3pPr>
            <a:lvl4pPr>
              <a:defRPr sz="2000">
                <a:solidFill>
                  <a:schemeClr val="tx1">
                    <a:lumMod val="65000"/>
                    <a:lumOff val="35000"/>
                  </a:schemeClr>
                </a:solidFill>
              </a:defRPr>
            </a:lvl4pPr>
            <a:lvl5pPr>
              <a:defRPr sz="2000">
                <a:solidFill>
                  <a:schemeClr val="tx1">
                    <a:lumMod val="65000"/>
                    <a:lumOff val="3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04064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0" name="Picture 9" descr="A screenshot of a cell phone&#10;&#10;Description automatically generated">
            <a:extLst>
              <a:ext uri="{FF2B5EF4-FFF2-40B4-BE49-F238E27FC236}">
                <a16:creationId xmlns:a16="http://schemas.microsoft.com/office/drawing/2014/main" id="{7EDB0DD1-62F4-7147-9938-966A5499D9D6}"/>
              </a:ext>
            </a:extLst>
          </p:cNvPr>
          <p:cNvPicPr>
            <a:picLocks noChangeAspect="1"/>
          </p:cNvPicPr>
          <p:nvPr userDrawn="1"/>
        </p:nvPicPr>
        <p:blipFill rotWithShape="1">
          <a:blip r:embed="rId2"/>
          <a:srcRect/>
          <a:stretch/>
        </p:blipFill>
        <p:spPr>
          <a:xfrm>
            <a:off x="0" y="0"/>
            <a:ext cx="12192000" cy="6858000"/>
          </a:xfrm>
          <a:prstGeom prst="rect">
            <a:avLst/>
          </a:prstGeom>
        </p:spPr>
      </p:pic>
      <p:pic>
        <p:nvPicPr>
          <p:cNvPr id="18" name="Picture 17" descr="A close up of a card&#10;&#10;Description automatically generated">
            <a:extLst>
              <a:ext uri="{FF2B5EF4-FFF2-40B4-BE49-F238E27FC236}">
                <a16:creationId xmlns:a16="http://schemas.microsoft.com/office/drawing/2014/main" id="{4AB17E63-E669-A14A-9A7B-25010612F3DA}"/>
              </a:ext>
            </a:extLst>
          </p:cNvPr>
          <p:cNvPicPr>
            <a:picLocks noChangeAspect="1"/>
          </p:cNvPicPr>
          <p:nvPr userDrawn="1"/>
        </p:nvPicPr>
        <p:blipFill>
          <a:blip r:embed="rId3"/>
          <a:stretch>
            <a:fillRect/>
          </a:stretch>
        </p:blipFill>
        <p:spPr>
          <a:xfrm>
            <a:off x="9474200" y="4153452"/>
            <a:ext cx="2717800" cy="2717800"/>
          </a:xfrm>
          <a:prstGeom prst="rect">
            <a:avLst/>
          </a:prstGeom>
        </p:spPr>
      </p:pic>
      <p:sp>
        <p:nvSpPr>
          <p:cNvPr id="22" name="Picture Placeholder 21">
            <a:extLst>
              <a:ext uri="{FF2B5EF4-FFF2-40B4-BE49-F238E27FC236}">
                <a16:creationId xmlns:a16="http://schemas.microsoft.com/office/drawing/2014/main" id="{9B6D0F0A-3BBD-0B4E-A642-21BE41249B0C}"/>
              </a:ext>
            </a:extLst>
          </p:cNvPr>
          <p:cNvSpPr>
            <a:spLocks noGrp="1"/>
          </p:cNvSpPr>
          <p:nvPr>
            <p:ph type="pic" sz="quarter" idx="10"/>
          </p:nvPr>
        </p:nvSpPr>
        <p:spPr>
          <a:xfrm>
            <a:off x="3451225" y="0"/>
            <a:ext cx="8750935" cy="6878320"/>
          </a:xfrm>
          <a:custGeom>
            <a:avLst/>
            <a:gdLst>
              <a:gd name="connsiteX0" fmla="*/ 6858000 w 8750935"/>
              <a:gd name="connsiteY0" fmla="*/ 0 h 6878320"/>
              <a:gd name="connsiteX1" fmla="*/ 8740775 w 8750935"/>
              <a:gd name="connsiteY1" fmla="*/ 0 h 6878320"/>
              <a:gd name="connsiteX2" fmla="*/ 8750935 w 8750935"/>
              <a:gd name="connsiteY2" fmla="*/ 4216400 h 6878320"/>
              <a:gd name="connsiteX3" fmla="*/ 8745855 w 8750935"/>
              <a:gd name="connsiteY3" fmla="*/ 5543550 h 6878320"/>
              <a:gd name="connsiteX4" fmla="*/ 8745855 w 8750935"/>
              <a:gd name="connsiteY4" fmla="*/ 4221163 h 6878320"/>
              <a:gd name="connsiteX5" fmla="*/ 6088813 w 8750935"/>
              <a:gd name="connsiteY5" fmla="*/ 6878206 h 6878320"/>
              <a:gd name="connsiteX6" fmla="*/ 6048375 w 8750935"/>
              <a:gd name="connsiteY6" fmla="*/ 6878320 h 6878320"/>
              <a:gd name="connsiteX7" fmla="*/ 0 w 8750935"/>
              <a:gd name="connsiteY7" fmla="*/ 6870700 h 687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50935" h="6878320">
                <a:moveTo>
                  <a:pt x="6858000" y="0"/>
                </a:moveTo>
                <a:lnTo>
                  <a:pt x="8740775" y="0"/>
                </a:lnTo>
                <a:cubicBezTo>
                  <a:pt x="8744162" y="1405467"/>
                  <a:pt x="8747548" y="2810933"/>
                  <a:pt x="8750935" y="4216400"/>
                </a:cubicBezTo>
                <a:lnTo>
                  <a:pt x="8745855" y="5543550"/>
                </a:lnTo>
                <a:lnTo>
                  <a:pt x="8745855" y="4221163"/>
                </a:lnTo>
                <a:lnTo>
                  <a:pt x="6088813" y="6878206"/>
                </a:lnTo>
                <a:lnTo>
                  <a:pt x="6048375" y="6878320"/>
                </a:lnTo>
                <a:lnTo>
                  <a:pt x="0" y="6870700"/>
                </a:lnTo>
                <a:close/>
              </a:path>
            </a:pathLst>
          </a:custGeom>
          <a:solidFill>
            <a:schemeClr val="bg1">
              <a:lumMod val="75000"/>
            </a:schemeClr>
          </a:solidFill>
          <a:ln>
            <a:noFill/>
          </a:ln>
        </p:spPr>
        <p:txBody>
          <a:bodyPr wrap="square" anchor="ctr" anchorCtr="0">
            <a:noAutofit/>
          </a:bodyPr>
          <a:lstStyle>
            <a:lvl1pPr marL="0" indent="0" algn="r">
              <a:buNone/>
              <a:defRPr/>
            </a:lvl1pPr>
          </a:lstStyle>
          <a:p>
            <a:endParaRPr lang="en-US"/>
          </a:p>
        </p:txBody>
      </p:sp>
      <p:sp>
        <p:nvSpPr>
          <p:cNvPr id="2" name="Title 1">
            <a:extLst>
              <a:ext uri="{FF2B5EF4-FFF2-40B4-BE49-F238E27FC236}">
                <a16:creationId xmlns:a16="http://schemas.microsoft.com/office/drawing/2014/main" id="{7C09B2EF-CCE9-FD4E-BD90-0A7C93D1669C}"/>
              </a:ext>
            </a:extLst>
          </p:cNvPr>
          <p:cNvSpPr>
            <a:spLocks noGrp="1"/>
          </p:cNvSpPr>
          <p:nvPr>
            <p:ph type="ctrTitle" hasCustomPrompt="1"/>
          </p:nvPr>
        </p:nvSpPr>
        <p:spPr>
          <a:xfrm>
            <a:off x="528320" y="2422165"/>
            <a:ext cx="5815330" cy="1213803"/>
          </a:xfrm>
        </p:spPr>
        <p:txBody>
          <a:bodyPr lIns="0" rIns="90000" anchor="b">
            <a:normAutofit/>
          </a:bodyPr>
          <a:lstStyle>
            <a:lvl1pPr algn="l">
              <a:defRPr sz="4200" b="0">
                <a:solidFill>
                  <a:srgbClr val="3D4766"/>
                </a:solidFill>
              </a:defRPr>
            </a:lvl1pPr>
          </a:lstStyle>
          <a:p>
            <a:r>
              <a:rPr lang="en-GB"/>
              <a:t>Edit title style</a:t>
            </a:r>
            <a:endParaRPr lang="en-US"/>
          </a:p>
        </p:txBody>
      </p:sp>
      <p:sp>
        <p:nvSpPr>
          <p:cNvPr id="3" name="Subtitle 2">
            <a:extLst>
              <a:ext uri="{FF2B5EF4-FFF2-40B4-BE49-F238E27FC236}">
                <a16:creationId xmlns:a16="http://schemas.microsoft.com/office/drawing/2014/main" id="{13E14B6B-62BC-D64B-A5A3-9D3C7B48E413}"/>
              </a:ext>
            </a:extLst>
          </p:cNvPr>
          <p:cNvSpPr>
            <a:spLocks noGrp="1"/>
          </p:cNvSpPr>
          <p:nvPr>
            <p:ph type="subTitle" idx="1"/>
          </p:nvPr>
        </p:nvSpPr>
        <p:spPr>
          <a:xfrm>
            <a:off x="528320" y="3728044"/>
            <a:ext cx="5815330" cy="1655762"/>
          </a:xfrm>
        </p:spPr>
        <p:txBody>
          <a:bodyPr lIns="0" rIns="90000"/>
          <a:lstStyle>
            <a:lvl1pPr marL="0" indent="0" algn="l">
              <a:buNone/>
              <a:defRPr sz="24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Tree>
    <p:extLst>
      <p:ext uri="{BB962C8B-B14F-4D97-AF65-F5344CB8AC3E}">
        <p14:creationId xmlns:p14="http://schemas.microsoft.com/office/powerpoint/2010/main" val="2173048321"/>
      </p:ext>
    </p:extLst>
  </p:cSld>
  <p:clrMapOvr>
    <a:masterClrMapping/>
  </p:clrMapOvr>
  <p:extLst>
    <p:ext uri="{DCECCB84-F9BA-43D5-87BE-67443E8EF086}">
      <p15:sldGuideLst xmlns:p15="http://schemas.microsoft.com/office/powerpoint/2012/main">
        <p15:guide id="1" orient="horz" pos="2659">
          <p15:clr>
            <a:srgbClr val="FBAE40"/>
          </p15:clr>
        </p15:guide>
        <p15:guide id="2" pos="2162">
          <p15:clr>
            <a:srgbClr val="FBAE40"/>
          </p15:clr>
        </p15:guide>
        <p15:guide id="3" pos="6494">
          <p15:clr>
            <a:srgbClr val="FBAE40"/>
          </p15:clr>
        </p15:guide>
        <p15:guide id="4" pos="600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688B-8D21-F043-938E-460D98DF7B5D}"/>
              </a:ext>
            </a:extLst>
          </p:cNvPr>
          <p:cNvSpPr>
            <a:spLocks noGrp="1"/>
          </p:cNvSpPr>
          <p:nvPr>
            <p:ph type="title"/>
          </p:nvPr>
        </p:nvSpPr>
        <p:spPr>
          <a:xfrm>
            <a:off x="543560" y="365125"/>
            <a:ext cx="11085732" cy="1325563"/>
          </a:xfrm>
        </p:spPr>
        <p:txBody>
          <a:bodyPr lIns="0" rIns="90000"/>
          <a:lstStyle>
            <a:lvl1pPr>
              <a:defRPr>
                <a:solidFill>
                  <a:srgbClr val="3D4766"/>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43560" y="1825624"/>
            <a:ext cx="11085732" cy="4498975"/>
          </a:xfrm>
        </p:spPr>
        <p:txBody>
          <a:bodyPr lIns="0" rIns="90000">
            <a:normAutofit/>
          </a:bodyPr>
          <a:lstStyle>
            <a:lvl1pPr>
              <a:defRPr sz="2000">
                <a:solidFill>
                  <a:schemeClr val="tx1">
                    <a:lumMod val="65000"/>
                    <a:lumOff val="35000"/>
                  </a:schemeClr>
                </a:solidFill>
              </a:defRPr>
            </a:lvl1pPr>
            <a:lvl2pPr>
              <a:defRPr sz="2000">
                <a:solidFill>
                  <a:schemeClr val="tx1">
                    <a:lumMod val="65000"/>
                    <a:lumOff val="35000"/>
                  </a:schemeClr>
                </a:solidFill>
              </a:defRPr>
            </a:lvl2pPr>
            <a:lvl3pPr>
              <a:defRPr sz="2000">
                <a:solidFill>
                  <a:schemeClr val="tx1">
                    <a:lumMod val="65000"/>
                    <a:lumOff val="35000"/>
                  </a:schemeClr>
                </a:solidFill>
              </a:defRPr>
            </a:lvl3pPr>
            <a:lvl4pPr>
              <a:defRPr sz="2000">
                <a:solidFill>
                  <a:schemeClr val="tx1">
                    <a:lumMod val="65000"/>
                    <a:lumOff val="35000"/>
                  </a:schemeClr>
                </a:solidFill>
              </a:defRPr>
            </a:lvl4pPr>
            <a:lvl5pPr>
              <a:defRPr sz="2000">
                <a:solidFill>
                  <a:schemeClr val="tx1">
                    <a:lumMod val="65000"/>
                    <a:lumOff val="3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27059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pic>
        <p:nvPicPr>
          <p:cNvPr id="8" name="Picture 7" descr="A close up of a logo&#10;&#10;Description automatically generated">
            <a:extLst>
              <a:ext uri="{FF2B5EF4-FFF2-40B4-BE49-F238E27FC236}">
                <a16:creationId xmlns:a16="http://schemas.microsoft.com/office/drawing/2014/main" id="{636E7766-7D03-774D-ABA1-AF8679BA674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589688B-8D21-F043-938E-460D98DF7B5D}"/>
              </a:ext>
            </a:extLst>
          </p:cNvPr>
          <p:cNvSpPr>
            <a:spLocks noGrp="1"/>
          </p:cNvSpPr>
          <p:nvPr>
            <p:ph type="title"/>
          </p:nvPr>
        </p:nvSpPr>
        <p:spPr>
          <a:xfrm>
            <a:off x="543560" y="365125"/>
            <a:ext cx="11085732" cy="1325563"/>
          </a:xfrm>
        </p:spPr>
        <p:txBody>
          <a:bodyPr lIns="0" rIns="90000"/>
          <a:lstStyle>
            <a:lvl1pPr>
              <a:defRPr>
                <a:solidFill>
                  <a:schemeClr val="bg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43560" y="1825624"/>
            <a:ext cx="11085732" cy="4498975"/>
          </a:xfrm>
        </p:spPr>
        <p:txBody>
          <a:bodyPr lIns="0" rIns="90000">
            <a:normAutofit/>
          </a:bodyPr>
          <a:lstStyle>
            <a:lvl1pPr>
              <a:defRPr sz="20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0" name="Picture 9" descr="A close up of a logo&#10;&#10;Description automatically generated">
            <a:extLst>
              <a:ext uri="{FF2B5EF4-FFF2-40B4-BE49-F238E27FC236}">
                <a16:creationId xmlns:a16="http://schemas.microsoft.com/office/drawing/2014/main" id="{CF25B22E-756E-9044-A4C4-0E028A5F9C7B}"/>
              </a:ext>
            </a:extLst>
          </p:cNvPr>
          <p:cNvPicPr>
            <a:picLocks noChangeAspect="1"/>
          </p:cNvPicPr>
          <p:nvPr userDrawn="1"/>
        </p:nvPicPr>
        <p:blipFill>
          <a:blip r:embed="rId3"/>
          <a:stretch>
            <a:fillRect/>
          </a:stretch>
        </p:blipFill>
        <p:spPr>
          <a:xfrm>
            <a:off x="10439400" y="5105400"/>
            <a:ext cx="1752600" cy="1752600"/>
          </a:xfrm>
          <a:prstGeom prst="rect">
            <a:avLst/>
          </a:prstGeom>
        </p:spPr>
      </p:pic>
    </p:spTree>
    <p:extLst>
      <p:ext uri="{BB962C8B-B14F-4D97-AF65-F5344CB8AC3E}">
        <p14:creationId xmlns:p14="http://schemas.microsoft.com/office/powerpoint/2010/main" val="18995439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8" name="Picture 7" descr="A close up of a logo&#10;&#10;Description automatically generated">
            <a:extLst>
              <a:ext uri="{FF2B5EF4-FFF2-40B4-BE49-F238E27FC236}">
                <a16:creationId xmlns:a16="http://schemas.microsoft.com/office/drawing/2014/main" id="{636E7766-7D03-774D-ABA1-AF8679BA6748}"/>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Picture 8" descr="A close up of a logo&#10;&#10;Description automatically generated">
            <a:extLst>
              <a:ext uri="{FF2B5EF4-FFF2-40B4-BE49-F238E27FC236}">
                <a16:creationId xmlns:a16="http://schemas.microsoft.com/office/drawing/2014/main" id="{CD2C50FB-3BCF-8146-8C21-DE6A381B980B}"/>
              </a:ext>
            </a:extLst>
          </p:cNvPr>
          <p:cNvPicPr>
            <a:picLocks noChangeAspect="1"/>
          </p:cNvPicPr>
          <p:nvPr userDrawn="1"/>
        </p:nvPicPr>
        <p:blipFill>
          <a:blip r:embed="rId3"/>
          <a:stretch>
            <a:fillRect/>
          </a:stretch>
        </p:blipFill>
        <p:spPr>
          <a:xfrm>
            <a:off x="10439400" y="5105400"/>
            <a:ext cx="1752600" cy="1752600"/>
          </a:xfrm>
          <a:prstGeom prst="rect">
            <a:avLst/>
          </a:prstGeom>
        </p:spPr>
      </p:pic>
      <p:sp>
        <p:nvSpPr>
          <p:cNvPr id="13" name="Picture Placeholder 12">
            <a:extLst>
              <a:ext uri="{FF2B5EF4-FFF2-40B4-BE49-F238E27FC236}">
                <a16:creationId xmlns:a16="http://schemas.microsoft.com/office/drawing/2014/main" id="{1C135C06-5B2A-3345-B7CD-1DDE09D8E2FD}"/>
              </a:ext>
            </a:extLst>
          </p:cNvPr>
          <p:cNvSpPr>
            <a:spLocks noGrp="1"/>
          </p:cNvSpPr>
          <p:nvPr>
            <p:ph type="pic" sz="quarter" idx="10"/>
          </p:nvPr>
        </p:nvSpPr>
        <p:spPr>
          <a:xfrm>
            <a:off x="4229100" y="0"/>
            <a:ext cx="7962900" cy="6858000"/>
          </a:xfrm>
          <a:custGeom>
            <a:avLst/>
            <a:gdLst>
              <a:gd name="connsiteX0" fmla="*/ 6913562 w 8040687"/>
              <a:gd name="connsiteY0" fmla="*/ 0 h 6858000"/>
              <a:gd name="connsiteX1" fmla="*/ 8040687 w 8040687"/>
              <a:gd name="connsiteY1" fmla="*/ 0 h 6858000"/>
              <a:gd name="connsiteX2" fmla="*/ 8040687 w 8040687"/>
              <a:gd name="connsiteY2" fmla="*/ 5181600 h 6858000"/>
              <a:gd name="connsiteX3" fmla="*/ 6344835 w 8040687"/>
              <a:gd name="connsiteY3" fmla="*/ 6858000 h 6858000"/>
              <a:gd name="connsiteX4" fmla="*/ 8040687 w 8040687"/>
              <a:gd name="connsiteY4" fmla="*/ 6858000 h 6858000"/>
              <a:gd name="connsiteX5" fmla="*/ 8040687 w 8040687"/>
              <a:gd name="connsiteY5" fmla="*/ 6858000 h 6858000"/>
              <a:gd name="connsiteX6" fmla="*/ 0 w 80406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40687" h="6858000">
                <a:moveTo>
                  <a:pt x="6913562" y="0"/>
                </a:moveTo>
                <a:lnTo>
                  <a:pt x="8040687" y="0"/>
                </a:lnTo>
                <a:lnTo>
                  <a:pt x="8040687" y="5181600"/>
                </a:lnTo>
                <a:lnTo>
                  <a:pt x="6344835" y="6858000"/>
                </a:lnTo>
                <a:lnTo>
                  <a:pt x="8040687" y="6858000"/>
                </a:lnTo>
                <a:lnTo>
                  <a:pt x="8040687" y="6858000"/>
                </a:lnTo>
                <a:lnTo>
                  <a:pt x="0" y="6858000"/>
                </a:lnTo>
                <a:close/>
              </a:path>
            </a:pathLst>
          </a:custGeom>
          <a:solidFill>
            <a:schemeClr val="bg1">
              <a:lumMod val="75000"/>
            </a:schemeClr>
          </a:solidFill>
        </p:spPr>
        <p:txBody>
          <a:bodyPr wrap="square" anchor="ctr" anchorCtr="0">
            <a:noAutofit/>
          </a:bodyPr>
          <a:lstStyle>
            <a:lvl1pPr marL="0" indent="0" algn="r">
              <a:buNone/>
              <a:defRPr/>
            </a:lvl1pPr>
          </a:lstStyle>
          <a:p>
            <a:endParaRPr lang="en-US"/>
          </a:p>
        </p:txBody>
      </p:sp>
      <p:sp>
        <p:nvSpPr>
          <p:cNvPr id="2" name="Title 1">
            <a:extLst>
              <a:ext uri="{FF2B5EF4-FFF2-40B4-BE49-F238E27FC236}">
                <a16:creationId xmlns:a16="http://schemas.microsoft.com/office/drawing/2014/main" id="{C589688B-8D21-F043-938E-460D98DF7B5D}"/>
              </a:ext>
            </a:extLst>
          </p:cNvPr>
          <p:cNvSpPr>
            <a:spLocks noGrp="1"/>
          </p:cNvSpPr>
          <p:nvPr>
            <p:ph type="title"/>
          </p:nvPr>
        </p:nvSpPr>
        <p:spPr>
          <a:xfrm>
            <a:off x="543560" y="365125"/>
            <a:ext cx="8389425" cy="1325563"/>
          </a:xfrm>
        </p:spPr>
        <p:txBody>
          <a:bodyPr lIns="0" rIns="90000"/>
          <a:lstStyle>
            <a:lvl1pPr>
              <a:defRPr>
                <a:solidFill>
                  <a:schemeClr val="bg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43560" y="1825624"/>
            <a:ext cx="7006102" cy="4498975"/>
          </a:xfrm>
        </p:spPr>
        <p:txBody>
          <a:bodyPr lIns="0" rIns="90000">
            <a:normAutofit/>
          </a:bodyPr>
          <a:lstStyle>
            <a:lvl1pPr>
              <a:defRPr sz="20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65206643"/>
      </p:ext>
    </p:extLst>
  </p:cSld>
  <p:clrMapOvr>
    <a:masterClrMapping/>
  </p:clrMapOvr>
  <p:extLst>
    <p:ext uri="{DCECCB84-F9BA-43D5-87BE-67443E8EF086}">
      <p15:sldGuideLst xmlns:p15="http://schemas.microsoft.com/office/powerpoint/2012/main">
        <p15:guide id="1" orient="horz" pos="3264">
          <p15:clr>
            <a:srgbClr val="FBAE40"/>
          </p15:clr>
        </p15:guide>
        <p15:guide id="2" pos="2615">
          <p15:clr>
            <a:srgbClr val="FBAE40"/>
          </p15:clr>
        </p15:guide>
        <p15:guide id="3" pos="6970">
          <p15:clr>
            <a:srgbClr val="FBAE40"/>
          </p15:clr>
        </p15:guide>
        <p15:guide id="4" pos="663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02000EDA-9F4F-9A45-9B76-C92E208E5D00}"/>
              </a:ext>
            </a:extLst>
          </p:cNvPr>
          <p:cNvPicPr>
            <a:picLocks noChangeAspect="1"/>
          </p:cNvPicPr>
          <p:nvPr userDrawn="1"/>
        </p:nvPicPr>
        <p:blipFill>
          <a:blip r:embed="rId2"/>
          <a:stretch>
            <a:fillRect/>
          </a:stretch>
        </p:blipFill>
        <p:spPr>
          <a:xfrm>
            <a:off x="10439400" y="5105400"/>
            <a:ext cx="1752600" cy="1752600"/>
          </a:xfrm>
          <a:prstGeom prst="rect">
            <a:avLst/>
          </a:prstGeom>
        </p:spPr>
      </p:pic>
      <p:sp>
        <p:nvSpPr>
          <p:cNvPr id="6" name="Picture Placeholder 5">
            <a:extLst>
              <a:ext uri="{FF2B5EF4-FFF2-40B4-BE49-F238E27FC236}">
                <a16:creationId xmlns:a16="http://schemas.microsoft.com/office/drawing/2014/main" id="{7164D43C-BE8C-9743-943E-9B2BA74736A3}"/>
              </a:ext>
            </a:extLst>
          </p:cNvPr>
          <p:cNvSpPr>
            <a:spLocks noGrp="1"/>
          </p:cNvSpPr>
          <p:nvPr>
            <p:ph type="pic" sz="quarter" idx="10"/>
          </p:nvPr>
        </p:nvSpPr>
        <p:spPr>
          <a:xfrm>
            <a:off x="4229100" y="0"/>
            <a:ext cx="7962900" cy="6858000"/>
          </a:xfrm>
          <a:custGeom>
            <a:avLst/>
            <a:gdLst>
              <a:gd name="connsiteX0" fmla="*/ 6913562 w 8040687"/>
              <a:gd name="connsiteY0" fmla="*/ 0 h 6858000"/>
              <a:gd name="connsiteX1" fmla="*/ 8040687 w 8040687"/>
              <a:gd name="connsiteY1" fmla="*/ 0 h 6858000"/>
              <a:gd name="connsiteX2" fmla="*/ 8040687 w 8040687"/>
              <a:gd name="connsiteY2" fmla="*/ 5181600 h 6858000"/>
              <a:gd name="connsiteX3" fmla="*/ 6344835 w 8040687"/>
              <a:gd name="connsiteY3" fmla="*/ 6858000 h 6858000"/>
              <a:gd name="connsiteX4" fmla="*/ 8040687 w 8040687"/>
              <a:gd name="connsiteY4" fmla="*/ 6858000 h 6858000"/>
              <a:gd name="connsiteX5" fmla="*/ 8040687 w 8040687"/>
              <a:gd name="connsiteY5" fmla="*/ 6858000 h 6858000"/>
              <a:gd name="connsiteX6" fmla="*/ 0 w 80406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40687" h="6858000">
                <a:moveTo>
                  <a:pt x="6913562" y="0"/>
                </a:moveTo>
                <a:lnTo>
                  <a:pt x="8040687" y="0"/>
                </a:lnTo>
                <a:lnTo>
                  <a:pt x="8040687" y="5181600"/>
                </a:lnTo>
                <a:lnTo>
                  <a:pt x="6344835" y="6858000"/>
                </a:lnTo>
                <a:lnTo>
                  <a:pt x="8040687" y="6858000"/>
                </a:lnTo>
                <a:lnTo>
                  <a:pt x="8040687" y="6858000"/>
                </a:lnTo>
                <a:lnTo>
                  <a:pt x="0" y="6858000"/>
                </a:lnTo>
                <a:close/>
              </a:path>
            </a:pathLst>
          </a:custGeom>
          <a:solidFill>
            <a:schemeClr val="bg1">
              <a:lumMod val="75000"/>
            </a:schemeClr>
          </a:solidFill>
        </p:spPr>
        <p:txBody>
          <a:bodyPr wrap="square" anchor="ctr" anchorCtr="0">
            <a:noAutofit/>
          </a:bodyPr>
          <a:lstStyle>
            <a:lvl1pPr marL="0" indent="0" algn="r">
              <a:buNone/>
              <a:defRPr/>
            </a:lvl1pPr>
          </a:lstStyle>
          <a:p>
            <a:endParaRPr lang="en-US"/>
          </a:p>
        </p:txBody>
      </p:sp>
      <p:sp>
        <p:nvSpPr>
          <p:cNvPr id="2" name="Title 1">
            <a:extLst>
              <a:ext uri="{FF2B5EF4-FFF2-40B4-BE49-F238E27FC236}">
                <a16:creationId xmlns:a16="http://schemas.microsoft.com/office/drawing/2014/main" id="{C589688B-8D21-F043-938E-460D98DF7B5D}"/>
              </a:ext>
            </a:extLst>
          </p:cNvPr>
          <p:cNvSpPr>
            <a:spLocks noGrp="1"/>
          </p:cNvSpPr>
          <p:nvPr>
            <p:ph type="title"/>
          </p:nvPr>
        </p:nvSpPr>
        <p:spPr>
          <a:xfrm>
            <a:off x="543560" y="365125"/>
            <a:ext cx="8130540" cy="1325563"/>
          </a:xfrm>
        </p:spPr>
        <p:txBody>
          <a:bodyPr lIns="0" rIns="90000"/>
          <a:lstStyle>
            <a:lvl1pPr>
              <a:defRPr>
                <a:solidFill>
                  <a:srgbClr val="3D4766"/>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43560" y="1825624"/>
            <a:ext cx="6454140" cy="4498975"/>
          </a:xfrm>
        </p:spPr>
        <p:txBody>
          <a:bodyPr lIns="0" rIns="90000">
            <a:normAutofit/>
          </a:bodyPr>
          <a:lstStyle>
            <a:lvl1pPr>
              <a:defRPr sz="2000">
                <a:solidFill>
                  <a:schemeClr val="tx1">
                    <a:lumMod val="65000"/>
                    <a:lumOff val="35000"/>
                  </a:schemeClr>
                </a:solidFill>
              </a:defRPr>
            </a:lvl1pPr>
            <a:lvl2pPr>
              <a:defRPr sz="2000">
                <a:solidFill>
                  <a:schemeClr val="tx1">
                    <a:lumMod val="65000"/>
                    <a:lumOff val="35000"/>
                  </a:schemeClr>
                </a:solidFill>
              </a:defRPr>
            </a:lvl2pPr>
            <a:lvl3pPr>
              <a:defRPr sz="2000">
                <a:solidFill>
                  <a:schemeClr val="tx1">
                    <a:lumMod val="65000"/>
                    <a:lumOff val="35000"/>
                  </a:schemeClr>
                </a:solidFill>
              </a:defRPr>
            </a:lvl3pPr>
            <a:lvl4pPr>
              <a:defRPr sz="2000">
                <a:solidFill>
                  <a:schemeClr val="tx1">
                    <a:lumMod val="65000"/>
                    <a:lumOff val="35000"/>
                  </a:schemeClr>
                </a:solidFill>
              </a:defRPr>
            </a:lvl4pPr>
            <a:lvl5pPr>
              <a:defRPr sz="2000">
                <a:solidFill>
                  <a:schemeClr val="tx1">
                    <a:lumMod val="65000"/>
                    <a:lumOff val="3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40005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688B-8D21-F043-938E-460D98DF7B5D}"/>
              </a:ext>
            </a:extLst>
          </p:cNvPr>
          <p:cNvSpPr>
            <a:spLocks noGrp="1"/>
          </p:cNvSpPr>
          <p:nvPr>
            <p:ph type="title" hasCustomPrompt="1"/>
          </p:nvPr>
        </p:nvSpPr>
        <p:spPr>
          <a:xfrm>
            <a:off x="5306060" y="365125"/>
            <a:ext cx="6454140" cy="1325563"/>
          </a:xfrm>
        </p:spPr>
        <p:txBody>
          <a:bodyPr lIns="0" rIns="90000"/>
          <a:lstStyle>
            <a:lvl1pPr>
              <a:defRPr>
                <a:solidFill>
                  <a:srgbClr val="3D4766"/>
                </a:solidFill>
              </a:defRPr>
            </a:lvl1pPr>
          </a:lstStyle>
          <a:p>
            <a:r>
              <a:rPr lang="en-GB"/>
              <a:t>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306060" y="1825624"/>
            <a:ext cx="6454140" cy="4498975"/>
          </a:xfrm>
        </p:spPr>
        <p:txBody>
          <a:bodyPr lIns="0" rIns="90000">
            <a:normAutofit/>
          </a:bodyPr>
          <a:lstStyle>
            <a:lvl1pPr>
              <a:defRPr sz="2000">
                <a:solidFill>
                  <a:schemeClr val="tx1">
                    <a:lumMod val="75000"/>
                    <a:lumOff val="25000"/>
                  </a:schemeClr>
                </a:solidFill>
              </a:defRPr>
            </a:lvl1pPr>
            <a:lvl2pPr>
              <a:defRPr sz="20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Picture Placeholder 6">
            <a:extLst>
              <a:ext uri="{FF2B5EF4-FFF2-40B4-BE49-F238E27FC236}">
                <a16:creationId xmlns:a16="http://schemas.microsoft.com/office/drawing/2014/main" id="{723D5C6B-732E-EA46-AC07-AAE7287A420D}"/>
              </a:ext>
            </a:extLst>
          </p:cNvPr>
          <p:cNvSpPr>
            <a:spLocks noGrp="1"/>
          </p:cNvSpPr>
          <p:nvPr>
            <p:ph type="pic" sz="quarter" idx="10"/>
          </p:nvPr>
        </p:nvSpPr>
        <p:spPr>
          <a:xfrm>
            <a:off x="505460" y="365125"/>
            <a:ext cx="4368800" cy="2479675"/>
          </a:xfrm>
          <a:solidFill>
            <a:schemeClr val="bg1">
              <a:lumMod val="75000"/>
            </a:schemeClr>
          </a:solidFill>
        </p:spPr>
        <p:txBody>
          <a:bodyPr anchor="ctr" anchorCtr="0"/>
          <a:lstStyle>
            <a:lvl1pPr marL="0" indent="0" algn="ctr">
              <a:buNone/>
              <a:defRPr/>
            </a:lvl1pPr>
          </a:lstStyle>
          <a:p>
            <a:endParaRPr lang="en-US"/>
          </a:p>
        </p:txBody>
      </p:sp>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
        <p:nvSpPr>
          <p:cNvPr id="15" name="Picture Placeholder 6">
            <a:extLst>
              <a:ext uri="{FF2B5EF4-FFF2-40B4-BE49-F238E27FC236}">
                <a16:creationId xmlns:a16="http://schemas.microsoft.com/office/drawing/2014/main" id="{C6DFFD30-A1E7-304D-B2FF-E2E1C01E55B7}"/>
              </a:ext>
            </a:extLst>
          </p:cNvPr>
          <p:cNvSpPr>
            <a:spLocks noGrp="1"/>
          </p:cNvSpPr>
          <p:nvPr>
            <p:ph type="pic" sz="quarter" idx="11"/>
          </p:nvPr>
        </p:nvSpPr>
        <p:spPr>
          <a:xfrm>
            <a:off x="505460" y="2943225"/>
            <a:ext cx="4368800" cy="2479675"/>
          </a:xfrm>
          <a:solidFill>
            <a:schemeClr val="bg1">
              <a:lumMod val="75000"/>
            </a:schemeClr>
          </a:solidFill>
        </p:spPr>
        <p:txBody>
          <a:bodyPr anchor="ctr" anchorCtr="0"/>
          <a:lstStyle>
            <a:lvl1pPr marL="0" indent="0" algn="ctr">
              <a:buNone/>
              <a:defRPr/>
            </a:lvl1pPr>
          </a:lstStyle>
          <a:p>
            <a:endParaRPr lang="en-US"/>
          </a:p>
        </p:txBody>
      </p:sp>
    </p:spTree>
    <p:extLst>
      <p:ext uri="{BB962C8B-B14F-4D97-AF65-F5344CB8AC3E}">
        <p14:creationId xmlns:p14="http://schemas.microsoft.com/office/powerpoint/2010/main" val="3500061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B975375-B147-D141-9AA0-62EA349DF6FB}"/>
              </a:ext>
            </a:extLst>
          </p:cNvPr>
          <p:cNvSpPr>
            <a:spLocks noGrp="1"/>
          </p:cNvSpPr>
          <p:nvPr>
            <p:ph type="pic" sz="quarter" idx="11"/>
          </p:nvPr>
        </p:nvSpPr>
        <p:spPr>
          <a:xfrm>
            <a:off x="7400925" y="3473121"/>
            <a:ext cx="4368800" cy="2965904"/>
          </a:xfrm>
          <a:custGeom>
            <a:avLst/>
            <a:gdLst>
              <a:gd name="connsiteX0" fmla="*/ 0 w 4368800"/>
              <a:gd name="connsiteY0" fmla="*/ 0 h 2965904"/>
              <a:gd name="connsiteX1" fmla="*/ 4368800 w 4368800"/>
              <a:gd name="connsiteY1" fmla="*/ 0 h 2965904"/>
              <a:gd name="connsiteX2" fmla="*/ 4368800 w 4368800"/>
              <a:gd name="connsiteY2" fmla="*/ 2127166 h 2965904"/>
              <a:gd name="connsiteX3" fmla="*/ 3530062 w 4368800"/>
              <a:gd name="connsiteY3" fmla="*/ 2965904 h 2965904"/>
              <a:gd name="connsiteX4" fmla="*/ 0 w 4368800"/>
              <a:gd name="connsiteY4" fmla="*/ 2965904 h 29659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8800" h="2965904">
                <a:moveTo>
                  <a:pt x="0" y="0"/>
                </a:moveTo>
                <a:lnTo>
                  <a:pt x="4368800" y="0"/>
                </a:lnTo>
                <a:lnTo>
                  <a:pt x="4368800" y="2127166"/>
                </a:lnTo>
                <a:lnTo>
                  <a:pt x="3530062" y="2965904"/>
                </a:lnTo>
                <a:lnTo>
                  <a:pt x="0" y="2965904"/>
                </a:lnTo>
                <a:close/>
              </a:path>
            </a:pathLst>
          </a:custGeom>
          <a:solidFill>
            <a:schemeClr val="bg1">
              <a:lumMod val="75000"/>
            </a:schemeClr>
          </a:solidFill>
        </p:spPr>
        <p:txBody>
          <a:bodyPr wrap="square" anchor="ctr" anchorCtr="0">
            <a:noAutofit/>
          </a:bodyPr>
          <a:lstStyle>
            <a:lvl1pPr marL="0" indent="0" algn="ctr">
              <a:buNone/>
              <a:defRPr/>
            </a:lvl1pPr>
          </a:lstStyle>
          <a:p>
            <a:endParaRPr lang="en-US"/>
          </a:p>
        </p:txBody>
      </p:sp>
      <p:sp>
        <p:nvSpPr>
          <p:cNvPr id="2" name="Title 1">
            <a:extLst>
              <a:ext uri="{FF2B5EF4-FFF2-40B4-BE49-F238E27FC236}">
                <a16:creationId xmlns:a16="http://schemas.microsoft.com/office/drawing/2014/main" id="{C589688B-8D21-F043-938E-460D98DF7B5D}"/>
              </a:ext>
            </a:extLst>
          </p:cNvPr>
          <p:cNvSpPr>
            <a:spLocks noGrp="1"/>
          </p:cNvSpPr>
          <p:nvPr>
            <p:ph type="title" hasCustomPrompt="1"/>
          </p:nvPr>
        </p:nvSpPr>
        <p:spPr>
          <a:xfrm>
            <a:off x="505460" y="365125"/>
            <a:ext cx="6454140" cy="1325563"/>
          </a:xfrm>
        </p:spPr>
        <p:txBody>
          <a:bodyPr lIns="0" rIns="90000"/>
          <a:lstStyle>
            <a:lvl1pPr>
              <a:defRPr>
                <a:solidFill>
                  <a:srgbClr val="3D4766"/>
                </a:solidFill>
              </a:defRPr>
            </a:lvl1pPr>
          </a:lstStyle>
          <a:p>
            <a:r>
              <a:rPr lang="en-GB"/>
              <a:t>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05460" y="1825624"/>
            <a:ext cx="6454140" cy="3565773"/>
          </a:xfrm>
        </p:spPr>
        <p:txBody>
          <a:bodyPr lIns="0" rIns="90000">
            <a:normAutofit/>
          </a:bodyPr>
          <a:lstStyle>
            <a:lvl1pPr>
              <a:defRPr sz="2000">
                <a:solidFill>
                  <a:schemeClr val="tx1">
                    <a:lumMod val="75000"/>
                    <a:lumOff val="25000"/>
                  </a:schemeClr>
                </a:solidFill>
              </a:defRPr>
            </a:lvl1pPr>
            <a:lvl2pPr>
              <a:defRPr sz="20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
        <p:nvSpPr>
          <p:cNvPr id="9" name="Picture Placeholder 6">
            <a:extLst>
              <a:ext uri="{FF2B5EF4-FFF2-40B4-BE49-F238E27FC236}">
                <a16:creationId xmlns:a16="http://schemas.microsoft.com/office/drawing/2014/main" id="{C58BF16A-7DA4-C24D-93BA-63CA7A0DD847}"/>
              </a:ext>
            </a:extLst>
          </p:cNvPr>
          <p:cNvSpPr>
            <a:spLocks noGrp="1"/>
          </p:cNvSpPr>
          <p:nvPr>
            <p:ph type="pic" sz="quarter" idx="12"/>
          </p:nvPr>
        </p:nvSpPr>
        <p:spPr>
          <a:xfrm>
            <a:off x="7400925" y="356260"/>
            <a:ext cx="4368800" cy="2965904"/>
          </a:xfrm>
          <a:solidFill>
            <a:schemeClr val="bg1">
              <a:lumMod val="75000"/>
            </a:schemeClr>
          </a:solidFill>
        </p:spPr>
        <p:txBody>
          <a:bodyPr anchor="ctr" anchorCtr="0"/>
          <a:lstStyle>
            <a:lvl1pPr marL="0" indent="0" algn="ctr">
              <a:buNone/>
              <a:defRPr/>
            </a:lvl1pPr>
          </a:lstStyle>
          <a:p>
            <a:endParaRPr lang="en-US"/>
          </a:p>
        </p:txBody>
      </p:sp>
    </p:spTree>
    <p:extLst>
      <p:ext uri="{BB962C8B-B14F-4D97-AF65-F5344CB8AC3E}">
        <p14:creationId xmlns:p14="http://schemas.microsoft.com/office/powerpoint/2010/main" val="2458389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08E8237-A51B-CA40-9260-406C7233A1BE}"/>
              </a:ext>
            </a:extLst>
          </p:cNvPr>
          <p:cNvSpPr>
            <a:spLocks noGrp="1"/>
          </p:cNvSpPr>
          <p:nvPr>
            <p:ph type="pic" sz="quarter" idx="11"/>
          </p:nvPr>
        </p:nvSpPr>
        <p:spPr>
          <a:xfrm>
            <a:off x="7400925" y="365125"/>
            <a:ext cx="4368800" cy="6073900"/>
          </a:xfrm>
          <a:custGeom>
            <a:avLst/>
            <a:gdLst>
              <a:gd name="connsiteX0" fmla="*/ 0 w 4368800"/>
              <a:gd name="connsiteY0" fmla="*/ 0 h 6073900"/>
              <a:gd name="connsiteX1" fmla="*/ 4368800 w 4368800"/>
              <a:gd name="connsiteY1" fmla="*/ 0 h 6073900"/>
              <a:gd name="connsiteX2" fmla="*/ 4368800 w 4368800"/>
              <a:gd name="connsiteY2" fmla="*/ 3107996 h 6073900"/>
              <a:gd name="connsiteX3" fmla="*/ 4368800 w 4368800"/>
              <a:gd name="connsiteY3" fmla="*/ 3218903 h 6073900"/>
              <a:gd name="connsiteX4" fmla="*/ 4368800 w 4368800"/>
              <a:gd name="connsiteY4" fmla="*/ 5235162 h 6073900"/>
              <a:gd name="connsiteX5" fmla="*/ 3530062 w 4368800"/>
              <a:gd name="connsiteY5" fmla="*/ 6073900 h 6073900"/>
              <a:gd name="connsiteX6" fmla="*/ 0 w 4368800"/>
              <a:gd name="connsiteY6" fmla="*/ 6073900 h 6073900"/>
              <a:gd name="connsiteX7" fmla="*/ 0 w 4368800"/>
              <a:gd name="connsiteY7" fmla="*/ 3218903 h 6073900"/>
              <a:gd name="connsiteX8" fmla="*/ 0 w 4368800"/>
              <a:gd name="connsiteY8" fmla="*/ 3107996 h 607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68800" h="6073900">
                <a:moveTo>
                  <a:pt x="0" y="0"/>
                </a:moveTo>
                <a:lnTo>
                  <a:pt x="4368800" y="0"/>
                </a:lnTo>
                <a:lnTo>
                  <a:pt x="4368800" y="3107996"/>
                </a:lnTo>
                <a:lnTo>
                  <a:pt x="4368800" y="3218903"/>
                </a:lnTo>
                <a:lnTo>
                  <a:pt x="4368800" y="5235162"/>
                </a:lnTo>
                <a:lnTo>
                  <a:pt x="3530062" y="6073900"/>
                </a:lnTo>
                <a:lnTo>
                  <a:pt x="0" y="6073900"/>
                </a:lnTo>
                <a:lnTo>
                  <a:pt x="0" y="3218903"/>
                </a:lnTo>
                <a:lnTo>
                  <a:pt x="0" y="3107996"/>
                </a:lnTo>
                <a:close/>
              </a:path>
            </a:pathLst>
          </a:custGeom>
          <a:solidFill>
            <a:schemeClr val="bg1">
              <a:lumMod val="75000"/>
            </a:schemeClr>
          </a:solidFill>
        </p:spPr>
        <p:txBody>
          <a:bodyPr wrap="square" anchor="ctr" anchorCtr="0">
            <a:noAutofit/>
          </a:bodyPr>
          <a:lstStyle>
            <a:lvl1pPr marL="0" indent="0" algn="ctr">
              <a:buNone/>
              <a:defRPr/>
            </a:lvl1pPr>
          </a:lstStyle>
          <a:p>
            <a:endParaRPr lang="en-US"/>
          </a:p>
        </p:txBody>
      </p:sp>
      <p:sp>
        <p:nvSpPr>
          <p:cNvPr id="2" name="Title 1">
            <a:extLst>
              <a:ext uri="{FF2B5EF4-FFF2-40B4-BE49-F238E27FC236}">
                <a16:creationId xmlns:a16="http://schemas.microsoft.com/office/drawing/2014/main" id="{C589688B-8D21-F043-938E-460D98DF7B5D}"/>
              </a:ext>
            </a:extLst>
          </p:cNvPr>
          <p:cNvSpPr>
            <a:spLocks noGrp="1"/>
          </p:cNvSpPr>
          <p:nvPr>
            <p:ph type="title" hasCustomPrompt="1"/>
          </p:nvPr>
        </p:nvSpPr>
        <p:spPr>
          <a:xfrm>
            <a:off x="505460" y="365125"/>
            <a:ext cx="6454140" cy="1325563"/>
          </a:xfrm>
        </p:spPr>
        <p:txBody>
          <a:bodyPr lIns="0" rIns="90000"/>
          <a:lstStyle>
            <a:lvl1pPr>
              <a:defRPr>
                <a:solidFill>
                  <a:srgbClr val="3D4766"/>
                </a:solidFill>
              </a:defRPr>
            </a:lvl1pPr>
          </a:lstStyle>
          <a:p>
            <a:r>
              <a:rPr lang="en-GB"/>
              <a:t>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05460" y="1825624"/>
            <a:ext cx="6454140" cy="3565773"/>
          </a:xfrm>
        </p:spPr>
        <p:txBody>
          <a:bodyPr lIns="0" rIns="90000">
            <a:normAutofit/>
          </a:bodyPr>
          <a:lstStyle>
            <a:lvl1pPr>
              <a:defRPr sz="2000">
                <a:solidFill>
                  <a:schemeClr val="tx1">
                    <a:lumMod val="75000"/>
                    <a:lumOff val="25000"/>
                  </a:schemeClr>
                </a:solidFill>
              </a:defRPr>
            </a:lvl1pPr>
            <a:lvl2pPr>
              <a:defRPr sz="20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Tree>
    <p:extLst>
      <p:ext uri="{BB962C8B-B14F-4D97-AF65-F5344CB8AC3E}">
        <p14:creationId xmlns:p14="http://schemas.microsoft.com/office/powerpoint/2010/main" val="7430329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E5F294-62A0-F343-A405-643824A28957}"/>
              </a:ext>
            </a:extLst>
          </p:cNvPr>
          <p:cNvSpPr>
            <a:spLocks noGrp="1"/>
          </p:cNvSpPr>
          <p:nvPr>
            <p:ph type="pic" sz="quarter" idx="11"/>
          </p:nvPr>
        </p:nvSpPr>
        <p:spPr>
          <a:xfrm>
            <a:off x="5433848" y="365125"/>
            <a:ext cx="6335877" cy="6073900"/>
          </a:xfrm>
          <a:custGeom>
            <a:avLst/>
            <a:gdLst>
              <a:gd name="connsiteX0" fmla="*/ 0 w 6335877"/>
              <a:gd name="connsiteY0" fmla="*/ 0 h 6073900"/>
              <a:gd name="connsiteX1" fmla="*/ 1967077 w 6335877"/>
              <a:gd name="connsiteY1" fmla="*/ 0 h 6073900"/>
              <a:gd name="connsiteX2" fmla="*/ 2186152 w 6335877"/>
              <a:gd name="connsiteY2" fmla="*/ 0 h 6073900"/>
              <a:gd name="connsiteX3" fmla="*/ 6335877 w 6335877"/>
              <a:gd name="connsiteY3" fmla="*/ 0 h 6073900"/>
              <a:gd name="connsiteX4" fmla="*/ 6335877 w 6335877"/>
              <a:gd name="connsiteY4" fmla="*/ 3107996 h 6073900"/>
              <a:gd name="connsiteX5" fmla="*/ 6335877 w 6335877"/>
              <a:gd name="connsiteY5" fmla="*/ 3218903 h 6073900"/>
              <a:gd name="connsiteX6" fmla="*/ 6335877 w 6335877"/>
              <a:gd name="connsiteY6" fmla="*/ 5235162 h 6073900"/>
              <a:gd name="connsiteX7" fmla="*/ 5497139 w 6335877"/>
              <a:gd name="connsiteY7" fmla="*/ 6073900 h 6073900"/>
              <a:gd name="connsiteX8" fmla="*/ 2186152 w 6335877"/>
              <a:gd name="connsiteY8" fmla="*/ 6073900 h 6073900"/>
              <a:gd name="connsiteX9" fmla="*/ 1967077 w 6335877"/>
              <a:gd name="connsiteY9" fmla="*/ 6073900 h 6073900"/>
              <a:gd name="connsiteX10" fmla="*/ 0 w 6335877"/>
              <a:gd name="connsiteY10" fmla="*/ 6073900 h 607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5877" h="6073900">
                <a:moveTo>
                  <a:pt x="0" y="0"/>
                </a:moveTo>
                <a:lnTo>
                  <a:pt x="1967077" y="0"/>
                </a:lnTo>
                <a:lnTo>
                  <a:pt x="2186152" y="0"/>
                </a:lnTo>
                <a:lnTo>
                  <a:pt x="6335877" y="0"/>
                </a:lnTo>
                <a:lnTo>
                  <a:pt x="6335877" y="3107996"/>
                </a:lnTo>
                <a:lnTo>
                  <a:pt x="6335877" y="3218903"/>
                </a:lnTo>
                <a:lnTo>
                  <a:pt x="6335877" y="5235162"/>
                </a:lnTo>
                <a:lnTo>
                  <a:pt x="5497139" y="6073900"/>
                </a:lnTo>
                <a:lnTo>
                  <a:pt x="2186152" y="6073900"/>
                </a:lnTo>
                <a:lnTo>
                  <a:pt x="1967077" y="6073900"/>
                </a:lnTo>
                <a:lnTo>
                  <a:pt x="0" y="6073900"/>
                </a:lnTo>
                <a:close/>
              </a:path>
            </a:pathLst>
          </a:custGeom>
          <a:solidFill>
            <a:schemeClr val="bg1">
              <a:lumMod val="75000"/>
            </a:schemeClr>
          </a:solidFill>
        </p:spPr>
        <p:txBody>
          <a:bodyPr wrap="square" anchor="ctr" anchorCtr="0">
            <a:noAutofit/>
          </a:bodyPr>
          <a:lstStyle>
            <a:lvl1pPr marL="0" indent="0" algn="ctr">
              <a:buNone/>
              <a:defRPr/>
            </a:lvl1pPr>
          </a:lstStyle>
          <a:p>
            <a:endParaRPr lang="en-US"/>
          </a:p>
        </p:txBody>
      </p:sp>
      <p:sp>
        <p:nvSpPr>
          <p:cNvPr id="2" name="Title 1">
            <a:extLst>
              <a:ext uri="{FF2B5EF4-FFF2-40B4-BE49-F238E27FC236}">
                <a16:creationId xmlns:a16="http://schemas.microsoft.com/office/drawing/2014/main" id="{C589688B-8D21-F043-938E-460D98DF7B5D}"/>
              </a:ext>
            </a:extLst>
          </p:cNvPr>
          <p:cNvSpPr>
            <a:spLocks noGrp="1"/>
          </p:cNvSpPr>
          <p:nvPr>
            <p:ph type="title" hasCustomPrompt="1"/>
          </p:nvPr>
        </p:nvSpPr>
        <p:spPr>
          <a:xfrm>
            <a:off x="505460" y="365125"/>
            <a:ext cx="4623588" cy="1325563"/>
          </a:xfrm>
        </p:spPr>
        <p:txBody>
          <a:bodyPr lIns="0" rIns="90000">
            <a:normAutofit/>
          </a:bodyPr>
          <a:lstStyle>
            <a:lvl1pPr>
              <a:defRPr sz="3600">
                <a:solidFill>
                  <a:srgbClr val="3D4766"/>
                </a:solidFill>
              </a:defRPr>
            </a:lvl1pPr>
          </a:lstStyle>
          <a:p>
            <a:r>
              <a:rPr lang="en-GB"/>
              <a:t>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05460" y="1825624"/>
            <a:ext cx="4623588" cy="3565773"/>
          </a:xfrm>
        </p:spPr>
        <p:txBody>
          <a:bodyPr lIns="0" rIns="90000">
            <a:normAutofit/>
          </a:bodyPr>
          <a:lstStyle>
            <a:lvl1pPr>
              <a:defRPr sz="2000">
                <a:solidFill>
                  <a:schemeClr val="tx1">
                    <a:lumMod val="75000"/>
                    <a:lumOff val="25000"/>
                  </a:schemeClr>
                </a:solidFill>
              </a:defRPr>
            </a:lvl1pPr>
            <a:lvl2pPr>
              <a:defRPr sz="20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Tree>
    <p:extLst>
      <p:ext uri="{BB962C8B-B14F-4D97-AF65-F5344CB8AC3E}">
        <p14:creationId xmlns:p14="http://schemas.microsoft.com/office/powerpoint/2010/main" val="364975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
        <p:nvSpPr>
          <p:cNvPr id="7" name="Title 1">
            <a:extLst>
              <a:ext uri="{FF2B5EF4-FFF2-40B4-BE49-F238E27FC236}">
                <a16:creationId xmlns:a16="http://schemas.microsoft.com/office/drawing/2014/main" id="{63C30304-9F4A-304F-A346-E8481FBD1D53}"/>
              </a:ext>
            </a:extLst>
          </p:cNvPr>
          <p:cNvSpPr>
            <a:spLocks noGrp="1"/>
          </p:cNvSpPr>
          <p:nvPr>
            <p:ph type="title" hasCustomPrompt="1"/>
          </p:nvPr>
        </p:nvSpPr>
        <p:spPr>
          <a:xfrm>
            <a:off x="6095999" y="365125"/>
            <a:ext cx="5686097" cy="1325563"/>
          </a:xfrm>
        </p:spPr>
        <p:txBody>
          <a:bodyPr lIns="0" rIns="90000">
            <a:normAutofit/>
          </a:bodyPr>
          <a:lstStyle>
            <a:lvl1pPr>
              <a:defRPr sz="3600">
                <a:solidFill>
                  <a:srgbClr val="3D4766"/>
                </a:solidFill>
              </a:defRPr>
            </a:lvl1pPr>
          </a:lstStyle>
          <a:p>
            <a:r>
              <a:rPr lang="en-GB"/>
              <a:t>Edit Master title style</a:t>
            </a:r>
            <a:endParaRPr lang="en-US"/>
          </a:p>
        </p:txBody>
      </p:sp>
      <p:sp>
        <p:nvSpPr>
          <p:cNvPr id="8" name="Content Placeholder 2">
            <a:extLst>
              <a:ext uri="{FF2B5EF4-FFF2-40B4-BE49-F238E27FC236}">
                <a16:creationId xmlns:a16="http://schemas.microsoft.com/office/drawing/2014/main" id="{093C7EBB-74F8-4343-8469-36E0B1F7310F}"/>
              </a:ext>
            </a:extLst>
          </p:cNvPr>
          <p:cNvSpPr>
            <a:spLocks noGrp="1"/>
          </p:cNvSpPr>
          <p:nvPr>
            <p:ph idx="1"/>
          </p:nvPr>
        </p:nvSpPr>
        <p:spPr>
          <a:xfrm>
            <a:off x="6095999" y="1825624"/>
            <a:ext cx="5686097" cy="4498975"/>
          </a:xfrm>
        </p:spPr>
        <p:txBody>
          <a:bodyPr lIns="0" rIns="90000">
            <a:normAutofit/>
          </a:bodyPr>
          <a:lstStyle>
            <a:lvl1pPr>
              <a:defRPr sz="2000">
                <a:solidFill>
                  <a:schemeClr val="tx1">
                    <a:lumMod val="75000"/>
                    <a:lumOff val="25000"/>
                  </a:schemeClr>
                </a:solidFill>
              </a:defRPr>
            </a:lvl1pPr>
            <a:lvl2pPr>
              <a:defRPr sz="2000">
                <a:solidFill>
                  <a:schemeClr val="tx1">
                    <a:lumMod val="75000"/>
                    <a:lumOff val="25000"/>
                  </a:schemeClr>
                </a:solidFill>
              </a:defRPr>
            </a:lvl2pPr>
            <a:lvl3pPr>
              <a:defRPr sz="2000">
                <a:solidFill>
                  <a:schemeClr val="tx1">
                    <a:lumMod val="75000"/>
                    <a:lumOff val="25000"/>
                  </a:schemeClr>
                </a:solidFill>
              </a:defRPr>
            </a:lvl3pPr>
            <a:lvl4pPr>
              <a:defRPr sz="2000">
                <a:solidFill>
                  <a:schemeClr val="tx1">
                    <a:lumMod val="75000"/>
                    <a:lumOff val="25000"/>
                  </a:schemeClr>
                </a:solidFill>
              </a:defRPr>
            </a:lvl4pPr>
            <a:lvl5pPr>
              <a:defRPr sz="2000">
                <a:solidFill>
                  <a:schemeClr val="tx1">
                    <a:lumMod val="75000"/>
                    <a:lumOff val="2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Picture Placeholder 6">
            <a:extLst>
              <a:ext uri="{FF2B5EF4-FFF2-40B4-BE49-F238E27FC236}">
                <a16:creationId xmlns:a16="http://schemas.microsoft.com/office/drawing/2014/main" id="{E5A19F1D-88B3-474A-AA4E-8798A1012E61}"/>
              </a:ext>
            </a:extLst>
          </p:cNvPr>
          <p:cNvSpPr>
            <a:spLocks noGrp="1"/>
          </p:cNvSpPr>
          <p:nvPr>
            <p:ph type="pic" sz="quarter" idx="10"/>
          </p:nvPr>
        </p:nvSpPr>
        <p:spPr>
          <a:xfrm>
            <a:off x="505460" y="365125"/>
            <a:ext cx="5133340" cy="4879537"/>
          </a:xfrm>
          <a:solidFill>
            <a:schemeClr val="bg1">
              <a:lumMod val="75000"/>
            </a:schemeClr>
          </a:solidFill>
        </p:spPr>
        <p:txBody>
          <a:bodyPr anchor="ctr" anchorCtr="0"/>
          <a:lstStyle>
            <a:lvl1pPr marL="0" indent="0" algn="ctr">
              <a:buNone/>
              <a:defRPr/>
            </a:lvl1pPr>
          </a:lstStyle>
          <a:p>
            <a:endParaRPr lang="en-US"/>
          </a:p>
        </p:txBody>
      </p:sp>
    </p:spTree>
    <p:extLst>
      <p:ext uri="{BB962C8B-B14F-4D97-AF65-F5344CB8AC3E}">
        <p14:creationId xmlns:p14="http://schemas.microsoft.com/office/powerpoint/2010/main" val="32978413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688B-8D21-F043-938E-460D98DF7B5D}"/>
              </a:ext>
            </a:extLst>
          </p:cNvPr>
          <p:cNvSpPr>
            <a:spLocks noGrp="1"/>
          </p:cNvSpPr>
          <p:nvPr>
            <p:ph type="title" hasCustomPrompt="1"/>
          </p:nvPr>
        </p:nvSpPr>
        <p:spPr>
          <a:xfrm>
            <a:off x="505460" y="2371725"/>
            <a:ext cx="10581640" cy="1057275"/>
          </a:xfrm>
        </p:spPr>
        <p:txBody>
          <a:bodyPr lIns="0" rIns="90000">
            <a:normAutofit/>
          </a:bodyPr>
          <a:lstStyle>
            <a:lvl1pPr>
              <a:defRPr sz="3600">
                <a:solidFill>
                  <a:srgbClr val="3D4766"/>
                </a:solidFill>
              </a:defRPr>
            </a:lvl1pPr>
          </a:lstStyle>
          <a:p>
            <a:r>
              <a:rPr lang="en-GB"/>
              <a:t>Edit Master title style</a:t>
            </a:r>
            <a:endParaRPr lang="en-US"/>
          </a:p>
        </p:txBody>
      </p:sp>
      <p:sp>
        <p:nvSpPr>
          <p:cNvPr id="3" name="Content Placeholder 2">
            <a:extLst>
              <a:ext uri="{FF2B5EF4-FFF2-40B4-BE49-F238E27FC236}">
                <a16:creationId xmlns:a16="http://schemas.microsoft.com/office/drawing/2014/main" id="{8D122E62-C660-1B41-AA7C-85D526669879}"/>
              </a:ext>
            </a:extLst>
          </p:cNvPr>
          <p:cNvSpPr>
            <a:spLocks noGrp="1"/>
          </p:cNvSpPr>
          <p:nvPr>
            <p:ph idx="1"/>
          </p:nvPr>
        </p:nvSpPr>
        <p:spPr>
          <a:xfrm>
            <a:off x="505460" y="3565124"/>
            <a:ext cx="10581640" cy="2746777"/>
          </a:xfrm>
        </p:spPr>
        <p:txBody>
          <a:bodyPr lIns="0" rIns="90000">
            <a:normAutofit/>
          </a:bodyPr>
          <a:lstStyle>
            <a:lvl1pPr>
              <a:defRPr sz="1800">
                <a:solidFill>
                  <a:schemeClr val="tx1">
                    <a:lumMod val="75000"/>
                    <a:lumOff val="25000"/>
                  </a:schemeClr>
                </a:solidFill>
              </a:defRPr>
            </a:lvl1pPr>
            <a:lvl2pPr>
              <a:defRPr sz="1800">
                <a:solidFill>
                  <a:schemeClr val="tx1">
                    <a:lumMod val="75000"/>
                    <a:lumOff val="25000"/>
                  </a:schemeClr>
                </a:solidFill>
              </a:defRPr>
            </a:lvl2pPr>
            <a:lvl3pPr>
              <a:defRPr sz="18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Picture Placeholder 6">
            <a:extLst>
              <a:ext uri="{FF2B5EF4-FFF2-40B4-BE49-F238E27FC236}">
                <a16:creationId xmlns:a16="http://schemas.microsoft.com/office/drawing/2014/main" id="{723D5C6B-732E-EA46-AC07-AAE7287A420D}"/>
              </a:ext>
            </a:extLst>
          </p:cNvPr>
          <p:cNvSpPr>
            <a:spLocks noGrp="1"/>
          </p:cNvSpPr>
          <p:nvPr>
            <p:ph type="pic" sz="quarter" idx="10"/>
          </p:nvPr>
        </p:nvSpPr>
        <p:spPr>
          <a:xfrm>
            <a:off x="-1" y="1"/>
            <a:ext cx="4031999" cy="2235600"/>
          </a:xfrm>
          <a:solidFill>
            <a:schemeClr val="bg1">
              <a:lumMod val="75000"/>
            </a:schemeClr>
          </a:solidFill>
        </p:spPr>
        <p:txBody>
          <a:bodyPr anchor="ctr" anchorCtr="0"/>
          <a:lstStyle>
            <a:lvl1pPr marL="0" indent="0" algn="ctr">
              <a:buNone/>
              <a:defRPr/>
            </a:lvl1pPr>
          </a:lstStyle>
          <a:p>
            <a:endParaRPr lang="en-US"/>
          </a:p>
        </p:txBody>
      </p:sp>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
        <p:nvSpPr>
          <p:cNvPr id="24" name="Picture Placeholder 6">
            <a:extLst>
              <a:ext uri="{FF2B5EF4-FFF2-40B4-BE49-F238E27FC236}">
                <a16:creationId xmlns:a16="http://schemas.microsoft.com/office/drawing/2014/main" id="{DCAEECED-AF51-554B-A5EC-1E9A6A15C5E4}"/>
              </a:ext>
            </a:extLst>
          </p:cNvPr>
          <p:cNvSpPr>
            <a:spLocks noGrp="1"/>
          </p:cNvSpPr>
          <p:nvPr>
            <p:ph type="pic" sz="quarter" idx="11"/>
          </p:nvPr>
        </p:nvSpPr>
        <p:spPr>
          <a:xfrm>
            <a:off x="4082710" y="1"/>
            <a:ext cx="4031999" cy="2235600"/>
          </a:xfrm>
          <a:solidFill>
            <a:schemeClr val="bg1">
              <a:lumMod val="75000"/>
            </a:schemeClr>
          </a:solidFill>
        </p:spPr>
        <p:txBody>
          <a:bodyPr anchor="ctr" anchorCtr="0"/>
          <a:lstStyle>
            <a:lvl1pPr marL="0" indent="0" algn="ctr">
              <a:buNone/>
              <a:defRPr/>
            </a:lvl1pPr>
          </a:lstStyle>
          <a:p>
            <a:endParaRPr lang="en-US"/>
          </a:p>
        </p:txBody>
      </p:sp>
      <p:sp>
        <p:nvSpPr>
          <p:cNvPr id="25" name="Picture Placeholder 6">
            <a:extLst>
              <a:ext uri="{FF2B5EF4-FFF2-40B4-BE49-F238E27FC236}">
                <a16:creationId xmlns:a16="http://schemas.microsoft.com/office/drawing/2014/main" id="{196F4130-C67B-2142-A646-1606F115DDD0}"/>
              </a:ext>
            </a:extLst>
          </p:cNvPr>
          <p:cNvSpPr>
            <a:spLocks noGrp="1"/>
          </p:cNvSpPr>
          <p:nvPr>
            <p:ph type="pic" sz="quarter" idx="12"/>
          </p:nvPr>
        </p:nvSpPr>
        <p:spPr>
          <a:xfrm>
            <a:off x="8162364" y="1"/>
            <a:ext cx="4031999" cy="2235600"/>
          </a:xfrm>
          <a:solidFill>
            <a:schemeClr val="bg1">
              <a:lumMod val="75000"/>
            </a:schemeClr>
          </a:solidFill>
        </p:spPr>
        <p:txBody>
          <a:bodyPr anchor="ctr" anchorCtr="0"/>
          <a:lstStyle>
            <a:lvl1pPr marL="0" indent="0" algn="ctr">
              <a:buNone/>
              <a:defRPr/>
            </a:lvl1pPr>
          </a:lstStyle>
          <a:p>
            <a:endParaRPr lang="en-US"/>
          </a:p>
        </p:txBody>
      </p:sp>
    </p:spTree>
    <p:extLst>
      <p:ext uri="{BB962C8B-B14F-4D97-AF65-F5344CB8AC3E}">
        <p14:creationId xmlns:p14="http://schemas.microsoft.com/office/powerpoint/2010/main" val="36464104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5" name="Picture 4" descr="A close up of a logo&#10;&#10;Description automatically generated">
            <a:extLst>
              <a:ext uri="{FF2B5EF4-FFF2-40B4-BE49-F238E27FC236}">
                <a16:creationId xmlns:a16="http://schemas.microsoft.com/office/drawing/2014/main" id="{02000EDA-9F4F-9A45-9B76-C92E208E5D00}"/>
              </a:ext>
            </a:extLst>
          </p:cNvPr>
          <p:cNvPicPr>
            <a:picLocks noChangeAspect="1"/>
          </p:cNvPicPr>
          <p:nvPr userDrawn="1"/>
        </p:nvPicPr>
        <p:blipFill>
          <a:blip r:embed="rId2"/>
          <a:stretch>
            <a:fillRect/>
          </a:stretch>
        </p:blipFill>
        <p:spPr>
          <a:xfrm>
            <a:off x="10439400" y="5105400"/>
            <a:ext cx="1752600" cy="1752600"/>
          </a:xfrm>
          <a:prstGeom prst="rect">
            <a:avLst/>
          </a:prstGeom>
        </p:spPr>
      </p:pic>
      <p:sp>
        <p:nvSpPr>
          <p:cNvPr id="8" name="Picture Placeholder 7">
            <a:extLst>
              <a:ext uri="{FF2B5EF4-FFF2-40B4-BE49-F238E27FC236}">
                <a16:creationId xmlns:a16="http://schemas.microsoft.com/office/drawing/2014/main" id="{2BBBB314-E81E-364C-B958-AC9C414D495C}"/>
              </a:ext>
            </a:extLst>
          </p:cNvPr>
          <p:cNvSpPr>
            <a:spLocks noGrp="1"/>
          </p:cNvSpPr>
          <p:nvPr>
            <p:ph type="pic" sz="quarter" idx="10"/>
          </p:nvPr>
        </p:nvSpPr>
        <p:spPr>
          <a:xfrm>
            <a:off x="0" y="0"/>
            <a:ext cx="12192000" cy="6858000"/>
          </a:xfrm>
          <a:custGeom>
            <a:avLst/>
            <a:gdLst>
              <a:gd name="connsiteX0" fmla="*/ 0 w 12192000"/>
              <a:gd name="connsiteY0" fmla="*/ 0 h 6858000"/>
              <a:gd name="connsiteX1" fmla="*/ 10032274 w 12192000"/>
              <a:gd name="connsiteY1" fmla="*/ 0 h 6858000"/>
              <a:gd name="connsiteX2" fmla="*/ 10032274 w 12192000"/>
              <a:gd name="connsiteY2" fmla="*/ 0 h 6858000"/>
              <a:gd name="connsiteX3" fmla="*/ 11075779 w 12192000"/>
              <a:gd name="connsiteY3" fmla="*/ 0 h 6858000"/>
              <a:gd name="connsiteX4" fmla="*/ 11273245 w 12192000"/>
              <a:gd name="connsiteY4" fmla="*/ 0 h 6858000"/>
              <a:gd name="connsiteX5" fmla="*/ 12192000 w 12192000"/>
              <a:gd name="connsiteY5" fmla="*/ 0 h 6858000"/>
              <a:gd name="connsiteX6" fmla="*/ 12192000 w 12192000"/>
              <a:gd name="connsiteY6" fmla="*/ 5181600 h 6858000"/>
              <a:gd name="connsiteX7" fmla="*/ 10512554 w 12192000"/>
              <a:gd name="connsiteY7" fmla="*/ 6858000 h 6858000"/>
              <a:gd name="connsiteX8" fmla="*/ 10032274 w 12192000"/>
              <a:gd name="connsiteY8" fmla="*/ 6858000 h 6858000"/>
              <a:gd name="connsiteX9" fmla="*/ 4229100 w 12192000"/>
              <a:gd name="connsiteY9" fmla="*/ 6858000 h 6858000"/>
              <a:gd name="connsiteX10" fmla="*/ 0 w 12192000"/>
              <a:gd name="connsiteY1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858000">
                <a:moveTo>
                  <a:pt x="0" y="0"/>
                </a:moveTo>
                <a:lnTo>
                  <a:pt x="10032274" y="0"/>
                </a:lnTo>
                <a:lnTo>
                  <a:pt x="10032274" y="0"/>
                </a:lnTo>
                <a:lnTo>
                  <a:pt x="11075779" y="0"/>
                </a:lnTo>
                <a:lnTo>
                  <a:pt x="11273245" y="0"/>
                </a:lnTo>
                <a:lnTo>
                  <a:pt x="12192000" y="0"/>
                </a:lnTo>
                <a:lnTo>
                  <a:pt x="12192000" y="5181600"/>
                </a:lnTo>
                <a:lnTo>
                  <a:pt x="10512554" y="6858000"/>
                </a:lnTo>
                <a:lnTo>
                  <a:pt x="10032274" y="6858000"/>
                </a:lnTo>
                <a:lnTo>
                  <a:pt x="4229100" y="6858000"/>
                </a:lnTo>
                <a:lnTo>
                  <a:pt x="0" y="6858000"/>
                </a:lnTo>
                <a:close/>
              </a:path>
            </a:pathLst>
          </a:custGeom>
          <a:solidFill>
            <a:schemeClr val="bg1">
              <a:lumMod val="75000"/>
            </a:schemeClr>
          </a:solidFill>
        </p:spPr>
        <p:txBody>
          <a:bodyPr wrap="square" anchor="ctr" anchorCtr="0">
            <a:noAutofit/>
          </a:bodyPr>
          <a:lstStyle>
            <a:lvl1pPr marL="0" indent="0" algn="ctr">
              <a:buNone/>
              <a:defRPr/>
            </a:lvl1pPr>
          </a:lstStyle>
          <a:p>
            <a:endParaRPr lang="en-US"/>
          </a:p>
        </p:txBody>
      </p:sp>
    </p:spTree>
    <p:extLst>
      <p:ext uri="{BB962C8B-B14F-4D97-AF65-F5344CB8AC3E}">
        <p14:creationId xmlns:p14="http://schemas.microsoft.com/office/powerpoint/2010/main" val="26605362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
        <p:nvSpPr>
          <p:cNvPr id="11" name="Picture Placeholder 6">
            <a:extLst>
              <a:ext uri="{FF2B5EF4-FFF2-40B4-BE49-F238E27FC236}">
                <a16:creationId xmlns:a16="http://schemas.microsoft.com/office/drawing/2014/main" id="{E5A19F1D-88B3-474A-AA4E-8798A1012E61}"/>
              </a:ext>
            </a:extLst>
          </p:cNvPr>
          <p:cNvSpPr>
            <a:spLocks noGrp="1"/>
          </p:cNvSpPr>
          <p:nvPr>
            <p:ph type="pic" sz="quarter" idx="10"/>
          </p:nvPr>
        </p:nvSpPr>
        <p:spPr>
          <a:xfrm>
            <a:off x="505460" y="554312"/>
            <a:ext cx="5133340" cy="4879537"/>
          </a:xfrm>
          <a:solidFill>
            <a:schemeClr val="bg1">
              <a:lumMod val="75000"/>
            </a:schemeClr>
          </a:solidFill>
        </p:spPr>
        <p:txBody>
          <a:bodyPr anchor="ctr" anchorCtr="0"/>
          <a:lstStyle>
            <a:lvl1pPr marL="0" indent="0" algn="ctr">
              <a:buNone/>
              <a:defRPr/>
            </a:lvl1pPr>
          </a:lstStyle>
          <a:p>
            <a:endParaRPr lang="en-US"/>
          </a:p>
        </p:txBody>
      </p:sp>
    </p:spTree>
    <p:extLst>
      <p:ext uri="{BB962C8B-B14F-4D97-AF65-F5344CB8AC3E}">
        <p14:creationId xmlns:p14="http://schemas.microsoft.com/office/powerpoint/2010/main" val="29574872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0D147FE-8D1A-1740-84CF-050CB15D1082}"/>
              </a:ext>
            </a:extLst>
          </p:cNvPr>
          <p:cNvSpPr>
            <a:spLocks noGrp="1"/>
          </p:cNvSpPr>
          <p:nvPr>
            <p:ph type="pic" sz="quarter" idx="12" hasCustomPrompt="1"/>
          </p:nvPr>
        </p:nvSpPr>
        <p:spPr>
          <a:xfrm>
            <a:off x="542867" y="143160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17" name="Title 1">
            <a:extLst>
              <a:ext uri="{FF2B5EF4-FFF2-40B4-BE49-F238E27FC236}">
                <a16:creationId xmlns:a16="http://schemas.microsoft.com/office/drawing/2014/main" id="{DB46AC41-EBD8-2A40-8B8A-758A18BD07A4}"/>
              </a:ext>
            </a:extLst>
          </p:cNvPr>
          <p:cNvSpPr>
            <a:spLocks noGrp="1"/>
          </p:cNvSpPr>
          <p:nvPr>
            <p:ph type="title"/>
          </p:nvPr>
        </p:nvSpPr>
        <p:spPr>
          <a:xfrm>
            <a:off x="543560" y="393922"/>
            <a:ext cx="11085732" cy="833053"/>
          </a:xfrm>
        </p:spPr>
        <p:txBody>
          <a:bodyPr lIns="0" rIns="90000">
            <a:normAutofit/>
          </a:bodyPr>
          <a:lstStyle>
            <a:lvl1pPr>
              <a:defRPr sz="3600">
                <a:solidFill>
                  <a:srgbClr val="3D4766"/>
                </a:solidFill>
              </a:defRPr>
            </a:lvl1pPr>
          </a:lstStyle>
          <a:p>
            <a:r>
              <a:rPr lang="en-GB"/>
              <a:t>Click to edit Master title style</a:t>
            </a:r>
            <a:endParaRPr lang="en-US"/>
          </a:p>
        </p:txBody>
      </p:sp>
      <p:sp>
        <p:nvSpPr>
          <p:cNvPr id="30" name="Picture Placeholder 4">
            <a:extLst>
              <a:ext uri="{FF2B5EF4-FFF2-40B4-BE49-F238E27FC236}">
                <a16:creationId xmlns:a16="http://schemas.microsoft.com/office/drawing/2014/main" id="{48A0D36D-BAA1-FE4F-BE32-218E195F9BB2}"/>
              </a:ext>
            </a:extLst>
          </p:cNvPr>
          <p:cNvSpPr>
            <a:spLocks noGrp="1"/>
          </p:cNvSpPr>
          <p:nvPr>
            <p:ph type="pic" sz="quarter" idx="13" hasCustomPrompt="1"/>
          </p:nvPr>
        </p:nvSpPr>
        <p:spPr>
          <a:xfrm>
            <a:off x="542867" y="2808459"/>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1" name="Picture Placeholder 4">
            <a:extLst>
              <a:ext uri="{FF2B5EF4-FFF2-40B4-BE49-F238E27FC236}">
                <a16:creationId xmlns:a16="http://schemas.microsoft.com/office/drawing/2014/main" id="{BF274F19-6028-0742-B589-62BEFE208BAB}"/>
              </a:ext>
            </a:extLst>
          </p:cNvPr>
          <p:cNvSpPr>
            <a:spLocks noGrp="1"/>
          </p:cNvSpPr>
          <p:nvPr>
            <p:ph type="pic" sz="quarter" idx="14" hasCustomPrompt="1"/>
          </p:nvPr>
        </p:nvSpPr>
        <p:spPr>
          <a:xfrm>
            <a:off x="542867" y="418531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2" name="Picture Placeholder 4">
            <a:extLst>
              <a:ext uri="{FF2B5EF4-FFF2-40B4-BE49-F238E27FC236}">
                <a16:creationId xmlns:a16="http://schemas.microsoft.com/office/drawing/2014/main" id="{9B830282-AF2F-FD46-8648-A1546D30A4BF}"/>
              </a:ext>
            </a:extLst>
          </p:cNvPr>
          <p:cNvSpPr>
            <a:spLocks noGrp="1"/>
          </p:cNvSpPr>
          <p:nvPr>
            <p:ph type="pic" sz="quarter" idx="15" hasCustomPrompt="1"/>
          </p:nvPr>
        </p:nvSpPr>
        <p:spPr>
          <a:xfrm>
            <a:off x="2371666" y="143160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3" name="Picture Placeholder 4">
            <a:extLst>
              <a:ext uri="{FF2B5EF4-FFF2-40B4-BE49-F238E27FC236}">
                <a16:creationId xmlns:a16="http://schemas.microsoft.com/office/drawing/2014/main" id="{18BE9C8C-2210-D440-B2FD-E5E966DBA539}"/>
              </a:ext>
            </a:extLst>
          </p:cNvPr>
          <p:cNvSpPr>
            <a:spLocks noGrp="1"/>
          </p:cNvSpPr>
          <p:nvPr>
            <p:ph type="pic" sz="quarter" idx="16" hasCustomPrompt="1"/>
          </p:nvPr>
        </p:nvSpPr>
        <p:spPr>
          <a:xfrm>
            <a:off x="2371666" y="2808459"/>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4" name="Picture Placeholder 4">
            <a:extLst>
              <a:ext uri="{FF2B5EF4-FFF2-40B4-BE49-F238E27FC236}">
                <a16:creationId xmlns:a16="http://schemas.microsoft.com/office/drawing/2014/main" id="{93FE9E98-A724-E342-88B6-2EE9A9970DFE}"/>
              </a:ext>
            </a:extLst>
          </p:cNvPr>
          <p:cNvSpPr>
            <a:spLocks noGrp="1"/>
          </p:cNvSpPr>
          <p:nvPr>
            <p:ph type="pic" sz="quarter" idx="17" hasCustomPrompt="1"/>
          </p:nvPr>
        </p:nvSpPr>
        <p:spPr>
          <a:xfrm>
            <a:off x="2371666" y="418531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5" name="Picture Placeholder 4">
            <a:extLst>
              <a:ext uri="{FF2B5EF4-FFF2-40B4-BE49-F238E27FC236}">
                <a16:creationId xmlns:a16="http://schemas.microsoft.com/office/drawing/2014/main" id="{2FEB9B43-DCA6-DC4D-B925-88437949ACCD}"/>
              </a:ext>
            </a:extLst>
          </p:cNvPr>
          <p:cNvSpPr>
            <a:spLocks noGrp="1"/>
          </p:cNvSpPr>
          <p:nvPr>
            <p:ph type="pic" sz="quarter" idx="18" hasCustomPrompt="1"/>
          </p:nvPr>
        </p:nvSpPr>
        <p:spPr>
          <a:xfrm>
            <a:off x="4200465" y="143160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6" name="Picture Placeholder 4">
            <a:extLst>
              <a:ext uri="{FF2B5EF4-FFF2-40B4-BE49-F238E27FC236}">
                <a16:creationId xmlns:a16="http://schemas.microsoft.com/office/drawing/2014/main" id="{8DBFD540-E018-3D4D-86E5-5E6E95B49B3F}"/>
              </a:ext>
            </a:extLst>
          </p:cNvPr>
          <p:cNvSpPr>
            <a:spLocks noGrp="1"/>
          </p:cNvSpPr>
          <p:nvPr>
            <p:ph type="pic" sz="quarter" idx="19" hasCustomPrompt="1"/>
          </p:nvPr>
        </p:nvSpPr>
        <p:spPr>
          <a:xfrm>
            <a:off x="4200465" y="2808459"/>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7" name="Picture Placeholder 4">
            <a:extLst>
              <a:ext uri="{FF2B5EF4-FFF2-40B4-BE49-F238E27FC236}">
                <a16:creationId xmlns:a16="http://schemas.microsoft.com/office/drawing/2014/main" id="{30E1A02C-3AA0-B84B-9A44-5D3C7EDA1E7F}"/>
              </a:ext>
            </a:extLst>
          </p:cNvPr>
          <p:cNvSpPr>
            <a:spLocks noGrp="1"/>
          </p:cNvSpPr>
          <p:nvPr>
            <p:ph type="pic" sz="quarter" idx="20" hasCustomPrompt="1"/>
          </p:nvPr>
        </p:nvSpPr>
        <p:spPr>
          <a:xfrm>
            <a:off x="4200465" y="418531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8" name="Picture Placeholder 4">
            <a:extLst>
              <a:ext uri="{FF2B5EF4-FFF2-40B4-BE49-F238E27FC236}">
                <a16:creationId xmlns:a16="http://schemas.microsoft.com/office/drawing/2014/main" id="{D0209CE5-DB2A-8547-920E-E9802CD9DDAA}"/>
              </a:ext>
            </a:extLst>
          </p:cNvPr>
          <p:cNvSpPr>
            <a:spLocks noGrp="1"/>
          </p:cNvSpPr>
          <p:nvPr>
            <p:ph type="pic" sz="quarter" idx="21" hasCustomPrompt="1"/>
          </p:nvPr>
        </p:nvSpPr>
        <p:spPr>
          <a:xfrm>
            <a:off x="6029264" y="143160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39" name="Picture Placeholder 4">
            <a:extLst>
              <a:ext uri="{FF2B5EF4-FFF2-40B4-BE49-F238E27FC236}">
                <a16:creationId xmlns:a16="http://schemas.microsoft.com/office/drawing/2014/main" id="{0DF59C60-6F2D-F243-9CD7-C0691AE2D48B}"/>
              </a:ext>
            </a:extLst>
          </p:cNvPr>
          <p:cNvSpPr>
            <a:spLocks noGrp="1"/>
          </p:cNvSpPr>
          <p:nvPr>
            <p:ph type="pic" sz="quarter" idx="22" hasCustomPrompt="1"/>
          </p:nvPr>
        </p:nvSpPr>
        <p:spPr>
          <a:xfrm>
            <a:off x="6029264" y="2808459"/>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40" name="Picture Placeholder 4">
            <a:extLst>
              <a:ext uri="{FF2B5EF4-FFF2-40B4-BE49-F238E27FC236}">
                <a16:creationId xmlns:a16="http://schemas.microsoft.com/office/drawing/2014/main" id="{929C3AA5-DE5E-4B42-B496-91CA7B1DBBB3}"/>
              </a:ext>
            </a:extLst>
          </p:cNvPr>
          <p:cNvSpPr>
            <a:spLocks noGrp="1"/>
          </p:cNvSpPr>
          <p:nvPr>
            <p:ph type="pic" sz="quarter" idx="23" hasCustomPrompt="1"/>
          </p:nvPr>
        </p:nvSpPr>
        <p:spPr>
          <a:xfrm>
            <a:off x="6029264" y="418531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41" name="Picture Placeholder 4">
            <a:extLst>
              <a:ext uri="{FF2B5EF4-FFF2-40B4-BE49-F238E27FC236}">
                <a16:creationId xmlns:a16="http://schemas.microsoft.com/office/drawing/2014/main" id="{DBE454E2-9CD5-C247-BA0A-8CF7435A9914}"/>
              </a:ext>
            </a:extLst>
          </p:cNvPr>
          <p:cNvSpPr>
            <a:spLocks noGrp="1"/>
          </p:cNvSpPr>
          <p:nvPr>
            <p:ph type="pic" sz="quarter" idx="24" hasCustomPrompt="1"/>
          </p:nvPr>
        </p:nvSpPr>
        <p:spPr>
          <a:xfrm>
            <a:off x="7858063" y="143160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42" name="Picture Placeholder 4">
            <a:extLst>
              <a:ext uri="{FF2B5EF4-FFF2-40B4-BE49-F238E27FC236}">
                <a16:creationId xmlns:a16="http://schemas.microsoft.com/office/drawing/2014/main" id="{6CA50E89-6C8C-CB4A-8189-55965D8A345A}"/>
              </a:ext>
            </a:extLst>
          </p:cNvPr>
          <p:cNvSpPr>
            <a:spLocks noGrp="1"/>
          </p:cNvSpPr>
          <p:nvPr>
            <p:ph type="pic" sz="quarter" idx="25" hasCustomPrompt="1"/>
          </p:nvPr>
        </p:nvSpPr>
        <p:spPr>
          <a:xfrm>
            <a:off x="7858063" y="2808459"/>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43" name="Picture Placeholder 4">
            <a:extLst>
              <a:ext uri="{FF2B5EF4-FFF2-40B4-BE49-F238E27FC236}">
                <a16:creationId xmlns:a16="http://schemas.microsoft.com/office/drawing/2014/main" id="{1177DD33-BDC4-3747-831E-D38E81B464AC}"/>
              </a:ext>
            </a:extLst>
          </p:cNvPr>
          <p:cNvSpPr>
            <a:spLocks noGrp="1"/>
          </p:cNvSpPr>
          <p:nvPr>
            <p:ph type="pic" sz="quarter" idx="26" hasCustomPrompt="1"/>
          </p:nvPr>
        </p:nvSpPr>
        <p:spPr>
          <a:xfrm>
            <a:off x="7858063" y="418531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44" name="Picture Placeholder 4">
            <a:extLst>
              <a:ext uri="{FF2B5EF4-FFF2-40B4-BE49-F238E27FC236}">
                <a16:creationId xmlns:a16="http://schemas.microsoft.com/office/drawing/2014/main" id="{7FAE6BB6-A19E-2A4D-8001-A96591D4FAAD}"/>
              </a:ext>
            </a:extLst>
          </p:cNvPr>
          <p:cNvSpPr>
            <a:spLocks noGrp="1"/>
          </p:cNvSpPr>
          <p:nvPr>
            <p:ph type="pic" sz="quarter" idx="27" hasCustomPrompt="1"/>
          </p:nvPr>
        </p:nvSpPr>
        <p:spPr>
          <a:xfrm>
            <a:off x="9686862" y="143160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45" name="Picture Placeholder 4">
            <a:extLst>
              <a:ext uri="{FF2B5EF4-FFF2-40B4-BE49-F238E27FC236}">
                <a16:creationId xmlns:a16="http://schemas.microsoft.com/office/drawing/2014/main" id="{EC273F28-77DA-8442-955F-D66F6098CC46}"/>
              </a:ext>
            </a:extLst>
          </p:cNvPr>
          <p:cNvSpPr>
            <a:spLocks noGrp="1"/>
          </p:cNvSpPr>
          <p:nvPr>
            <p:ph type="pic" sz="quarter" idx="28" hasCustomPrompt="1"/>
          </p:nvPr>
        </p:nvSpPr>
        <p:spPr>
          <a:xfrm>
            <a:off x="9686862" y="2808459"/>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
        <p:nvSpPr>
          <p:cNvPr id="46" name="Picture Placeholder 4">
            <a:extLst>
              <a:ext uri="{FF2B5EF4-FFF2-40B4-BE49-F238E27FC236}">
                <a16:creationId xmlns:a16="http://schemas.microsoft.com/office/drawing/2014/main" id="{A2D73969-FBFF-2449-83DB-69D8C23983E5}"/>
              </a:ext>
            </a:extLst>
          </p:cNvPr>
          <p:cNvSpPr>
            <a:spLocks noGrp="1"/>
          </p:cNvSpPr>
          <p:nvPr>
            <p:ph type="pic" sz="quarter" idx="29" hasCustomPrompt="1"/>
          </p:nvPr>
        </p:nvSpPr>
        <p:spPr>
          <a:xfrm>
            <a:off x="9686862" y="4185314"/>
            <a:ext cx="1716857" cy="1238024"/>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a:t>Drag &amp; Drop Image</a:t>
            </a:r>
          </a:p>
        </p:txBody>
      </p:sp>
    </p:spTree>
    <p:extLst>
      <p:ext uri="{BB962C8B-B14F-4D97-AF65-F5344CB8AC3E}">
        <p14:creationId xmlns:p14="http://schemas.microsoft.com/office/powerpoint/2010/main" val="4133564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pic>
        <p:nvPicPr>
          <p:cNvPr id="12" name="Picture 11" descr="A close up of a logo&#10;&#10;Description automatically generated">
            <a:extLst>
              <a:ext uri="{FF2B5EF4-FFF2-40B4-BE49-F238E27FC236}">
                <a16:creationId xmlns:a16="http://schemas.microsoft.com/office/drawing/2014/main" id="{3CD58A65-EAFB-D340-80EE-E842D975B1A5}"/>
              </a:ext>
            </a:extLst>
          </p:cNvPr>
          <p:cNvPicPr>
            <a:picLocks noChangeAspect="1"/>
          </p:cNvPicPr>
          <p:nvPr userDrawn="1"/>
        </p:nvPicPr>
        <p:blipFill>
          <a:blip r:embed="rId2"/>
          <a:stretch>
            <a:fillRect/>
          </a:stretch>
        </p:blipFill>
        <p:spPr>
          <a:xfrm>
            <a:off x="10439400" y="5105400"/>
            <a:ext cx="1752600" cy="1752600"/>
          </a:xfrm>
          <a:prstGeom prst="rect">
            <a:avLst/>
          </a:prstGeom>
        </p:spPr>
      </p:pic>
    </p:spTree>
    <p:extLst>
      <p:ext uri="{BB962C8B-B14F-4D97-AF65-F5344CB8AC3E}">
        <p14:creationId xmlns:p14="http://schemas.microsoft.com/office/powerpoint/2010/main" val="38302471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428E-C042-516F-0F3C-AF5708B60691}"/>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69351D29-8906-E903-B156-8240F1FFA6B5}"/>
              </a:ext>
            </a:extLst>
          </p:cNvPr>
          <p:cNvSpPr>
            <a:spLocks noGrp="1"/>
          </p:cNvSpPr>
          <p:nvPr>
            <p:ph type="dt" sz="half" idx="10"/>
          </p:nvPr>
        </p:nvSpPr>
        <p:spPr/>
        <p:txBody>
          <a:bodyPr/>
          <a:lstStyle/>
          <a:p>
            <a:fld id="{A62410F6-DB57-4DDB-ABAC-51542163FB21}" type="datetimeFigureOut">
              <a:rPr lang="en-GB" smtClean="0"/>
              <a:t>10/11/2025</a:t>
            </a:fld>
            <a:endParaRPr lang="en-GB"/>
          </a:p>
        </p:txBody>
      </p:sp>
      <p:sp>
        <p:nvSpPr>
          <p:cNvPr id="4" name="Footer Placeholder 3">
            <a:extLst>
              <a:ext uri="{FF2B5EF4-FFF2-40B4-BE49-F238E27FC236}">
                <a16:creationId xmlns:a16="http://schemas.microsoft.com/office/drawing/2014/main" id="{5FE8881D-0923-1AC4-550F-2A5165F482E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C6B5F0B-28A8-8586-FE21-925100C98050}"/>
              </a:ext>
            </a:extLst>
          </p:cNvPr>
          <p:cNvSpPr>
            <a:spLocks noGrp="1"/>
          </p:cNvSpPr>
          <p:nvPr>
            <p:ph type="sldNum" sz="quarter" idx="12"/>
          </p:nvPr>
        </p:nvSpPr>
        <p:spPr/>
        <p:txBody>
          <a:bodyPr/>
          <a:lstStyle/>
          <a:p>
            <a:fld id="{8265E12A-ABE4-4B01-AE13-3CE555633053}" type="slidenum">
              <a:rPr lang="en-GB" smtClean="0"/>
              <a:t>‹#›</a:t>
            </a:fld>
            <a:endParaRPr lang="en-GB"/>
          </a:p>
        </p:txBody>
      </p:sp>
    </p:spTree>
    <p:extLst>
      <p:ext uri="{BB962C8B-B14F-4D97-AF65-F5344CB8AC3E}">
        <p14:creationId xmlns:p14="http://schemas.microsoft.com/office/powerpoint/2010/main" val="18833757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E0ACF1-D710-5FF3-685C-8294BFD78F72}"/>
              </a:ext>
            </a:extLst>
          </p:cNvPr>
          <p:cNvSpPr>
            <a:spLocks noGrp="1"/>
          </p:cNvSpPr>
          <p:nvPr>
            <p:ph type="dt" sz="half" idx="10"/>
          </p:nvPr>
        </p:nvSpPr>
        <p:spPr/>
        <p:txBody>
          <a:bodyPr/>
          <a:lstStyle/>
          <a:p>
            <a:fld id="{A62410F6-DB57-4DDB-ABAC-51542163FB21}" type="datetimeFigureOut">
              <a:rPr lang="en-GB" smtClean="0"/>
              <a:t>10/11/2025</a:t>
            </a:fld>
            <a:endParaRPr lang="en-GB"/>
          </a:p>
        </p:txBody>
      </p:sp>
      <p:sp>
        <p:nvSpPr>
          <p:cNvPr id="3" name="Footer Placeholder 2">
            <a:extLst>
              <a:ext uri="{FF2B5EF4-FFF2-40B4-BE49-F238E27FC236}">
                <a16:creationId xmlns:a16="http://schemas.microsoft.com/office/drawing/2014/main" id="{8B53D4AC-03E1-26F3-C917-174C5F6721D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F4FE71F-15D4-E809-042A-6A08468D07D9}"/>
              </a:ext>
            </a:extLst>
          </p:cNvPr>
          <p:cNvSpPr>
            <a:spLocks noGrp="1"/>
          </p:cNvSpPr>
          <p:nvPr>
            <p:ph type="sldNum" sz="quarter" idx="12"/>
          </p:nvPr>
        </p:nvSpPr>
        <p:spPr/>
        <p:txBody>
          <a:bodyPr/>
          <a:lstStyle/>
          <a:p>
            <a:fld id="{8265E12A-ABE4-4B01-AE13-3CE555633053}" type="slidenum">
              <a:rPr lang="en-GB" smtClean="0"/>
              <a:t>‹#›</a:t>
            </a:fld>
            <a:endParaRPr lang="en-GB"/>
          </a:p>
        </p:txBody>
      </p:sp>
    </p:spTree>
    <p:extLst>
      <p:ext uri="{BB962C8B-B14F-4D97-AF65-F5344CB8AC3E}">
        <p14:creationId xmlns:p14="http://schemas.microsoft.com/office/powerpoint/2010/main" val="33095525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1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62A16-F314-DB60-8B78-67B91DEC67D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5CA3CAA-D31A-B666-2AF6-1CBC331EEAE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E097249-C8E6-D3BF-1B2A-8BAB8020DE44}"/>
              </a:ext>
            </a:extLst>
          </p:cNvPr>
          <p:cNvSpPr>
            <a:spLocks noGrp="1"/>
          </p:cNvSpPr>
          <p:nvPr>
            <p:ph type="dt" sz="half" idx="10"/>
          </p:nvPr>
        </p:nvSpPr>
        <p:spPr/>
        <p:txBody>
          <a:bodyPr/>
          <a:lstStyle/>
          <a:p>
            <a:fld id="{A62410F6-DB57-4DDB-ABAC-51542163FB21}" type="datetimeFigureOut">
              <a:rPr lang="en-GB" smtClean="0"/>
              <a:t>10/11/2025</a:t>
            </a:fld>
            <a:endParaRPr lang="en-GB"/>
          </a:p>
        </p:txBody>
      </p:sp>
      <p:sp>
        <p:nvSpPr>
          <p:cNvPr id="5" name="Footer Placeholder 4">
            <a:extLst>
              <a:ext uri="{FF2B5EF4-FFF2-40B4-BE49-F238E27FC236}">
                <a16:creationId xmlns:a16="http://schemas.microsoft.com/office/drawing/2014/main" id="{3941CFC4-ED17-2F2E-5F78-EBF1135112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E13F4F-2F0E-6779-A129-0EC2D01D0A0D}"/>
              </a:ext>
            </a:extLst>
          </p:cNvPr>
          <p:cNvSpPr>
            <a:spLocks noGrp="1"/>
          </p:cNvSpPr>
          <p:nvPr>
            <p:ph type="sldNum" sz="quarter" idx="12"/>
          </p:nvPr>
        </p:nvSpPr>
        <p:spPr/>
        <p:txBody>
          <a:bodyPr/>
          <a:lstStyle/>
          <a:p>
            <a:fld id="{8265E12A-ABE4-4B01-AE13-3CE555633053}" type="slidenum">
              <a:rPr lang="en-GB" smtClean="0"/>
              <a:t>‹#›</a:t>
            </a:fld>
            <a:endParaRPr lang="en-GB"/>
          </a:p>
        </p:txBody>
      </p:sp>
    </p:spTree>
    <p:extLst>
      <p:ext uri="{BB962C8B-B14F-4D97-AF65-F5344CB8AC3E}">
        <p14:creationId xmlns:p14="http://schemas.microsoft.com/office/powerpoint/2010/main" val="2074754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image" Target="../media/image4.png"/><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image" Target="../media/image3.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0210B7-A123-F8C1-D9A0-59F30DAFC8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8CBF922-DC76-0D96-7435-0DFFF453CA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191EE9-5903-3745-CC24-FB1935DD2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B3DEC1-74EF-4EB6-A43D-39730B8C3EF5}" type="datetimeFigureOut">
              <a:rPr lang="en-GB" smtClean="0"/>
              <a:t>10/11/2025</a:t>
            </a:fld>
            <a:endParaRPr lang="en-GB"/>
          </a:p>
        </p:txBody>
      </p:sp>
      <p:sp>
        <p:nvSpPr>
          <p:cNvPr id="5" name="Footer Placeholder 4">
            <a:extLst>
              <a:ext uri="{FF2B5EF4-FFF2-40B4-BE49-F238E27FC236}">
                <a16:creationId xmlns:a16="http://schemas.microsoft.com/office/drawing/2014/main" id="{77BECB05-1754-E7A3-96E8-708884DE43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7D84DEF-60B8-29B4-F670-7690FCB5DC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011FDA-6C26-46CC-B043-5F986F564854}" type="slidenum">
              <a:rPr lang="en-GB" smtClean="0"/>
              <a:t>‹#›</a:t>
            </a:fld>
            <a:endParaRPr lang="en-GB"/>
          </a:p>
        </p:txBody>
      </p:sp>
    </p:spTree>
    <p:extLst>
      <p:ext uri="{BB962C8B-B14F-4D97-AF65-F5344CB8AC3E}">
        <p14:creationId xmlns:p14="http://schemas.microsoft.com/office/powerpoint/2010/main" val="3196601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close up of a logo&#10;&#10;Description automatically generated">
            <a:extLst>
              <a:ext uri="{FF2B5EF4-FFF2-40B4-BE49-F238E27FC236}">
                <a16:creationId xmlns:a16="http://schemas.microsoft.com/office/drawing/2014/main" id="{24B85B9F-A08D-1647-8DA2-40C0B3D86230}"/>
              </a:ext>
            </a:extLst>
          </p:cNvPr>
          <p:cNvPicPr>
            <a:picLocks noChangeAspect="1"/>
          </p:cNvPicPr>
          <p:nvPr userDrawn="1"/>
        </p:nvPicPr>
        <p:blipFill>
          <a:blip r:embed="rId20"/>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C1C16140-6775-D947-85BC-04A3DB6205AA}"/>
              </a:ext>
            </a:extLst>
          </p:cNvPr>
          <p:cNvSpPr>
            <a:spLocks noGrp="1"/>
          </p:cNvSpPr>
          <p:nvPr>
            <p:ph type="title"/>
          </p:nvPr>
        </p:nvSpPr>
        <p:spPr>
          <a:xfrm>
            <a:off x="543560" y="365125"/>
            <a:ext cx="11140440" cy="1325563"/>
          </a:xfrm>
          <a:prstGeom prst="rect">
            <a:avLst/>
          </a:prstGeom>
        </p:spPr>
        <p:txBody>
          <a:bodyPr vert="horz" lIns="0" tIns="45720" rIns="9000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CAF37E1-1128-FB4E-BFD2-5D949D0DA276}"/>
              </a:ext>
            </a:extLst>
          </p:cNvPr>
          <p:cNvSpPr>
            <a:spLocks noGrp="1"/>
          </p:cNvSpPr>
          <p:nvPr>
            <p:ph type="body" idx="1"/>
          </p:nvPr>
        </p:nvSpPr>
        <p:spPr>
          <a:xfrm>
            <a:off x="543560" y="1825625"/>
            <a:ext cx="11140440" cy="4351338"/>
          </a:xfrm>
          <a:prstGeom prst="rect">
            <a:avLst/>
          </a:prstGeom>
        </p:spPr>
        <p:txBody>
          <a:bodyPr vert="horz" lIns="0" tIns="45720" rIns="9000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0" name="Picture 9" descr="A close up of a logo&#10;&#10;Description automatically generated">
            <a:extLst>
              <a:ext uri="{FF2B5EF4-FFF2-40B4-BE49-F238E27FC236}">
                <a16:creationId xmlns:a16="http://schemas.microsoft.com/office/drawing/2014/main" id="{D82CEB40-CF93-3B45-B1CF-4BA757360D19}"/>
              </a:ext>
            </a:extLst>
          </p:cNvPr>
          <p:cNvPicPr>
            <a:picLocks noChangeAspect="1"/>
          </p:cNvPicPr>
          <p:nvPr userDrawn="1"/>
        </p:nvPicPr>
        <p:blipFill>
          <a:blip r:embed="rId21"/>
          <a:stretch>
            <a:fillRect/>
          </a:stretch>
        </p:blipFill>
        <p:spPr>
          <a:xfrm>
            <a:off x="10439400" y="5105400"/>
            <a:ext cx="1752600" cy="1752600"/>
          </a:xfrm>
          <a:prstGeom prst="rect">
            <a:avLst/>
          </a:prstGeom>
        </p:spPr>
      </p:pic>
      <p:sp>
        <p:nvSpPr>
          <p:cNvPr id="6" name="Slide Number Placeholder 5">
            <a:extLst>
              <a:ext uri="{FF2B5EF4-FFF2-40B4-BE49-F238E27FC236}">
                <a16:creationId xmlns:a16="http://schemas.microsoft.com/office/drawing/2014/main" id="{B6D89A9E-9687-5E40-9856-7783EE733D1D}"/>
              </a:ext>
            </a:extLst>
          </p:cNvPr>
          <p:cNvSpPr>
            <a:spLocks noGrp="1"/>
          </p:cNvSpPr>
          <p:nvPr>
            <p:ph type="sldNum" sz="quarter" idx="4"/>
          </p:nvPr>
        </p:nvSpPr>
        <p:spPr>
          <a:xfrm>
            <a:off x="882396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A9C81-453D-1D40-A17B-5BAC594F7120}" type="slidenum">
              <a:rPr lang="en-US" smtClean="0"/>
              <a:pPr/>
              <a:t>‹#›</a:t>
            </a:fld>
            <a:endParaRPr lang="en-US"/>
          </a:p>
        </p:txBody>
      </p:sp>
    </p:spTree>
    <p:extLst>
      <p:ext uri="{BB962C8B-B14F-4D97-AF65-F5344CB8AC3E}">
        <p14:creationId xmlns:p14="http://schemas.microsoft.com/office/powerpoint/2010/main" val="286659078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l" defTabSz="914400" rtl="0" eaLnBrk="1" latinLnBrk="0" hangingPunct="1">
        <a:lnSpc>
          <a:spcPct val="90000"/>
        </a:lnSpc>
        <a:spcBef>
          <a:spcPct val="0"/>
        </a:spcBef>
        <a:buNone/>
        <a:defRPr sz="4200" kern="1200">
          <a:solidFill>
            <a:srgbClr val="3D476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System Font Regular"/>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System Font Regular"/>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System Font Regular"/>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System Font Regular"/>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System Font Regular"/>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jp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svg"/><Relationship Id="rId2" Type="http://schemas.openxmlformats.org/officeDocument/2006/relationships/notesSlide" Target="../notesSlides/notesSlide3.xml"/><Relationship Id="rId1" Type="http://schemas.openxmlformats.org/officeDocument/2006/relationships/slideLayout" Target="../slideLayouts/slideLayout31.xml"/><Relationship Id="rId6" Type="http://schemas.openxmlformats.org/officeDocument/2006/relationships/image" Target="../media/image16.png"/><Relationship Id="rId5" Type="http://schemas.openxmlformats.org/officeDocument/2006/relationships/image" Target="../media/image15.jpeg"/><Relationship Id="rId4" Type="http://schemas.microsoft.com/office/2007/relationships/hdphoto" Target="../media/hdphoto1.wdp"/><Relationship Id="rId9"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0.xml"/><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25451483-8D7C-5343-AC73-67C6E4A0C645}"/>
              </a:ext>
            </a:extLst>
          </p:cNvPr>
          <p:cNvSpPr>
            <a:spLocks noGrp="1"/>
          </p:cNvSpPr>
          <p:nvPr>
            <p:ph type="ctrTitle"/>
          </p:nvPr>
        </p:nvSpPr>
        <p:spPr>
          <a:xfrm>
            <a:off x="524150" y="2233167"/>
            <a:ext cx="7055725" cy="3130593"/>
          </a:xfrm>
        </p:spPr>
        <p:txBody>
          <a:bodyPr anchor="t">
            <a:normAutofit fontScale="90000"/>
          </a:bodyPr>
          <a:lstStyle/>
          <a:p>
            <a:pPr>
              <a:lnSpc>
                <a:spcPct val="100000"/>
              </a:lnSpc>
            </a:pPr>
            <a:r>
              <a:rPr lang="en-GB" sz="2400" dirty="0">
                <a:latin typeface="Raleway" panose="020B0503030101060003" pitchFamily="34" charset="0"/>
              </a:rPr>
              <a:t>Fundamentals of AI in Manufacturing (FAIM)</a:t>
            </a:r>
            <a:br>
              <a:rPr lang="en-GB" sz="2400" dirty="0">
                <a:latin typeface="Raleway" panose="020B0503030101060003" pitchFamily="34" charset="0"/>
              </a:rPr>
            </a:br>
            <a:r>
              <a:rPr lang="en-GB" sz="2000" dirty="0">
                <a:solidFill>
                  <a:srgbClr val="7030A0"/>
                </a:solidFill>
                <a:latin typeface="Raleway" panose="020B0503030101060003" pitchFamily="34" charset="0"/>
              </a:rPr>
              <a:t>Genetic Algorithms </a:t>
            </a:r>
            <a:br>
              <a:rPr lang="en-GB" dirty="0">
                <a:latin typeface="Raleway" panose="020B0503030101060003" pitchFamily="34" charset="0"/>
              </a:rPr>
            </a:br>
            <a:br>
              <a:rPr lang="en-GB" dirty="0">
                <a:latin typeface="Raleway" panose="020B0503030101060003" pitchFamily="34" charset="0"/>
              </a:rPr>
            </a:br>
            <a:r>
              <a:rPr lang="en-GB" sz="2200" dirty="0">
                <a:latin typeface="Raleway" panose="020B0503030101060003" pitchFamily="34" charset="0"/>
              </a:rPr>
              <a:t>Lecturers:</a:t>
            </a:r>
            <a:br>
              <a:rPr lang="en-GB" dirty="0">
                <a:latin typeface="Raleway" panose="020B0503030101060003" pitchFamily="34" charset="0"/>
              </a:rPr>
            </a:br>
            <a:r>
              <a:rPr lang="en-GB" sz="1800" dirty="0">
                <a:solidFill>
                  <a:srgbClr val="D83569"/>
                </a:solidFill>
                <a:latin typeface="Raleway" panose="020B0503030101060003" pitchFamily="34" charset="0"/>
              </a:rPr>
              <a:t>Abhilash Puthanveettil Madathil, PhD </a:t>
            </a:r>
            <a:br>
              <a:rPr lang="en-GB" sz="1800" dirty="0">
                <a:solidFill>
                  <a:srgbClr val="D83569"/>
                </a:solidFill>
                <a:latin typeface="Raleway" panose="020B0503030101060003" pitchFamily="34" charset="0"/>
              </a:rPr>
            </a:br>
            <a:r>
              <a:rPr lang="en-GB" sz="1800" dirty="0">
                <a:solidFill>
                  <a:srgbClr val="D83569"/>
                </a:solidFill>
                <a:latin typeface="Raleway" panose="020B0503030101060003" pitchFamily="34" charset="0"/>
              </a:rPr>
              <a:t>Olga Bylya, PhD</a:t>
            </a:r>
            <a:br>
              <a:rPr lang="en-GB" sz="1800" dirty="0">
                <a:solidFill>
                  <a:srgbClr val="D83569"/>
                </a:solidFill>
                <a:latin typeface="Raleway" panose="020B0503030101060003" pitchFamily="34" charset="0"/>
              </a:rPr>
            </a:br>
            <a:br>
              <a:rPr lang="en-GB" sz="1800" dirty="0">
                <a:solidFill>
                  <a:srgbClr val="D83569"/>
                </a:solidFill>
                <a:latin typeface="Raleway" panose="020B0503030101060003" pitchFamily="34" charset="0"/>
              </a:rPr>
            </a:br>
            <a:r>
              <a:rPr lang="en-GB" sz="1800" dirty="0">
                <a:solidFill>
                  <a:schemeClr val="bg1">
                    <a:lumMod val="50000"/>
                  </a:schemeClr>
                </a:solidFill>
                <a:latin typeface="Raleway" panose="020B0503030101060003" pitchFamily="34" charset="0"/>
              </a:rPr>
              <a:t>Applied Industrial Intelligence (AI</a:t>
            </a:r>
            <a:r>
              <a:rPr lang="en-GB" sz="1800" baseline="30000" dirty="0">
                <a:solidFill>
                  <a:schemeClr val="bg1">
                    <a:lumMod val="50000"/>
                  </a:schemeClr>
                </a:solidFill>
                <a:latin typeface="Raleway" panose="020B0503030101060003" pitchFamily="34" charset="0"/>
              </a:rPr>
              <a:t>2</a:t>
            </a:r>
            <a:r>
              <a:rPr lang="en-GB" sz="1800" dirty="0">
                <a:solidFill>
                  <a:schemeClr val="bg1">
                    <a:lumMod val="50000"/>
                  </a:schemeClr>
                </a:solidFill>
                <a:latin typeface="Raleway" panose="020B0503030101060003" pitchFamily="34" charset="0"/>
              </a:rPr>
              <a:t>)</a:t>
            </a:r>
            <a:br>
              <a:rPr lang="en-GB" sz="1800" dirty="0">
                <a:solidFill>
                  <a:schemeClr val="bg1">
                    <a:lumMod val="50000"/>
                  </a:schemeClr>
                </a:solidFill>
                <a:latin typeface="Raleway" panose="020B0503030101060003" pitchFamily="34" charset="0"/>
              </a:rPr>
            </a:br>
            <a:r>
              <a:rPr lang="en-GB" sz="1800" dirty="0">
                <a:solidFill>
                  <a:schemeClr val="bg1">
                    <a:lumMod val="50000"/>
                  </a:schemeClr>
                </a:solidFill>
                <a:latin typeface="Raleway" panose="020B0503030101060003" pitchFamily="34" charset="0"/>
              </a:rPr>
              <a:t>NMIS</a:t>
            </a:r>
            <a:br>
              <a:rPr lang="en-GB" sz="1800" dirty="0">
                <a:solidFill>
                  <a:schemeClr val="bg1">
                    <a:lumMod val="50000"/>
                  </a:schemeClr>
                </a:solidFill>
                <a:latin typeface="Raleway" panose="020B0503030101060003" pitchFamily="34" charset="0"/>
              </a:rPr>
            </a:br>
            <a:br>
              <a:rPr lang="en-GB" sz="1600" dirty="0">
                <a:solidFill>
                  <a:schemeClr val="bg1">
                    <a:lumMod val="50000"/>
                  </a:schemeClr>
                </a:solidFill>
                <a:latin typeface="Raleway" panose="020B0503030101060003" pitchFamily="34" charset="0"/>
              </a:rPr>
            </a:br>
            <a:br>
              <a:rPr lang="en-GB" sz="1800" dirty="0">
                <a:solidFill>
                  <a:srgbClr val="D83569"/>
                </a:solidFill>
                <a:latin typeface="Raleway" panose="020B0503030101060003" pitchFamily="34" charset="0"/>
              </a:rPr>
            </a:br>
            <a:endParaRPr lang="en-US" sz="2700" dirty="0">
              <a:solidFill>
                <a:srgbClr val="6F3F81"/>
              </a:solidFill>
              <a:latin typeface="Raleway" panose="020B0503030101060003" pitchFamily="34" charset="0"/>
            </a:endParaRPr>
          </a:p>
        </p:txBody>
      </p:sp>
      <p:pic>
        <p:nvPicPr>
          <p:cNvPr id="2" name="Picture Placeholder 1"/>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11583" r="11583"/>
          <a:stretch>
            <a:fillRect/>
          </a:stretch>
        </p:blipFill>
        <p:spPr/>
      </p:pic>
    </p:spTree>
    <p:extLst>
      <p:ext uri="{BB962C8B-B14F-4D97-AF65-F5344CB8AC3E}">
        <p14:creationId xmlns:p14="http://schemas.microsoft.com/office/powerpoint/2010/main" val="1907673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A369-9724-D960-F4D0-4ADCB1896926}"/>
              </a:ext>
            </a:extLst>
          </p:cNvPr>
          <p:cNvSpPr>
            <a:spLocks noGrp="1"/>
          </p:cNvSpPr>
          <p:nvPr>
            <p:ph type="title"/>
          </p:nvPr>
        </p:nvSpPr>
        <p:spPr/>
        <p:txBody>
          <a:bodyPr/>
          <a:lstStyle/>
          <a:p>
            <a:r>
              <a:rPr lang="en-GB" dirty="0"/>
              <a:t> Contents</a:t>
            </a:r>
          </a:p>
        </p:txBody>
      </p:sp>
      <p:sp>
        <p:nvSpPr>
          <p:cNvPr id="3" name="Content Placeholder 2">
            <a:extLst>
              <a:ext uri="{FF2B5EF4-FFF2-40B4-BE49-F238E27FC236}">
                <a16:creationId xmlns:a16="http://schemas.microsoft.com/office/drawing/2014/main" id="{E9B6A08D-FA74-AA14-41A1-8217F362A038}"/>
              </a:ext>
            </a:extLst>
          </p:cNvPr>
          <p:cNvSpPr>
            <a:spLocks noGrp="1"/>
          </p:cNvSpPr>
          <p:nvPr>
            <p:ph idx="1"/>
          </p:nvPr>
        </p:nvSpPr>
        <p:spPr>
          <a:xfrm>
            <a:off x="562708" y="1585927"/>
            <a:ext cx="11085732" cy="3909351"/>
          </a:xfrm>
        </p:spPr>
        <p:txBody>
          <a:bodyPr>
            <a:normAutofit/>
          </a:bodyPr>
          <a:lstStyle/>
          <a:p>
            <a:pPr>
              <a:lnSpc>
                <a:spcPct val="200000"/>
              </a:lnSpc>
            </a:pPr>
            <a:r>
              <a:rPr lang="en-GB" dirty="0"/>
              <a:t>Introduction to evolutionary optimization algorithms</a:t>
            </a:r>
          </a:p>
          <a:p>
            <a:pPr>
              <a:lnSpc>
                <a:spcPct val="200000"/>
              </a:lnSpc>
            </a:pPr>
            <a:r>
              <a:rPr lang="en-GB" dirty="0"/>
              <a:t>Introduction to Genetic Algorithm </a:t>
            </a:r>
          </a:p>
          <a:p>
            <a:pPr>
              <a:lnSpc>
                <a:spcPct val="200000"/>
              </a:lnSpc>
            </a:pPr>
            <a:r>
              <a:rPr lang="en-GB" dirty="0"/>
              <a:t>GA practice problems</a:t>
            </a:r>
          </a:p>
          <a:p>
            <a:pPr marL="0" indent="0">
              <a:lnSpc>
                <a:spcPct val="200000"/>
              </a:lnSpc>
              <a:buNone/>
            </a:pPr>
            <a:endParaRPr lang="en-GB" dirty="0"/>
          </a:p>
          <a:p>
            <a:pPr marL="0" indent="0">
              <a:lnSpc>
                <a:spcPct val="200000"/>
              </a:lnSpc>
              <a:buNone/>
            </a:pPr>
            <a:endParaRPr lang="en-GB" dirty="0"/>
          </a:p>
          <a:p>
            <a:pPr marL="0" indent="0">
              <a:lnSpc>
                <a:spcPct val="200000"/>
              </a:lnSpc>
              <a:buNone/>
            </a:pPr>
            <a:endParaRPr lang="en-GB" dirty="0"/>
          </a:p>
          <a:p>
            <a:pPr marL="0" indent="0">
              <a:buNone/>
            </a:pPr>
            <a:endParaRPr lang="en-GB" dirty="0"/>
          </a:p>
          <a:p>
            <a:endParaRPr lang="en-GB" dirty="0"/>
          </a:p>
          <a:p>
            <a:endParaRPr lang="en-GB" dirty="0"/>
          </a:p>
        </p:txBody>
      </p:sp>
    </p:spTree>
    <p:extLst>
      <p:ext uri="{BB962C8B-B14F-4D97-AF65-F5344CB8AC3E}">
        <p14:creationId xmlns:p14="http://schemas.microsoft.com/office/powerpoint/2010/main" val="351609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1470E-91C2-971A-5279-E8C21B9BB9C1}"/>
              </a:ext>
            </a:extLst>
          </p:cNvPr>
          <p:cNvSpPr>
            <a:spLocks noGrp="1"/>
          </p:cNvSpPr>
          <p:nvPr>
            <p:ph type="title"/>
          </p:nvPr>
        </p:nvSpPr>
        <p:spPr/>
        <p:txBody>
          <a:bodyPr/>
          <a:lstStyle/>
          <a:p>
            <a:r>
              <a:rPr lang="en-GB" dirty="0"/>
              <a:t>Knapsack problem </a:t>
            </a:r>
          </a:p>
        </p:txBody>
      </p:sp>
      <p:sp>
        <p:nvSpPr>
          <p:cNvPr id="3" name="Content Placeholder 2">
            <a:extLst>
              <a:ext uri="{FF2B5EF4-FFF2-40B4-BE49-F238E27FC236}">
                <a16:creationId xmlns:a16="http://schemas.microsoft.com/office/drawing/2014/main" id="{EA0CC0B3-EC53-A608-0701-3D521E92E6DA}"/>
              </a:ext>
            </a:extLst>
          </p:cNvPr>
          <p:cNvSpPr>
            <a:spLocks noGrp="1"/>
          </p:cNvSpPr>
          <p:nvPr>
            <p:ph idx="1"/>
          </p:nvPr>
        </p:nvSpPr>
        <p:spPr>
          <a:xfrm>
            <a:off x="543560" y="1541881"/>
            <a:ext cx="11140440" cy="2824142"/>
          </a:xfrm>
        </p:spPr>
        <p:txBody>
          <a:bodyPr>
            <a:normAutofit/>
          </a:bodyPr>
          <a:lstStyle/>
          <a:p>
            <a:pPr algn="just">
              <a:lnSpc>
                <a:spcPct val="100000"/>
              </a:lnSpc>
            </a:pPr>
            <a:r>
              <a:rPr lang="en-GB" sz="2000" dirty="0"/>
              <a:t>Select items with given weights and values to include in a "knapsack" (container) with a maximum weight capacity, aiming to maximize the total value of the chosen items without exceeding the weight limit</a:t>
            </a:r>
          </a:p>
          <a:p>
            <a:pPr algn="just">
              <a:lnSpc>
                <a:spcPct val="100000"/>
              </a:lnSpc>
            </a:pPr>
            <a:r>
              <a:rPr lang="en-GB" sz="2000" dirty="0"/>
              <a:t>If we have only 5 items, it might be possible to do all combinations and get the optimal solution.</a:t>
            </a:r>
          </a:p>
          <a:p>
            <a:pPr algn="just">
              <a:lnSpc>
                <a:spcPct val="100000"/>
              </a:lnSpc>
            </a:pPr>
            <a:r>
              <a:rPr lang="en-GB" sz="2000" dirty="0"/>
              <a:t> What if we have 20/30/70 items? What is the limit?</a:t>
            </a:r>
          </a:p>
          <a:p>
            <a:pPr algn="just">
              <a:lnSpc>
                <a:spcPct val="100000"/>
              </a:lnSpc>
            </a:pPr>
            <a:r>
              <a:rPr lang="en-GB" sz="2000" dirty="0">
                <a:solidFill>
                  <a:srgbClr val="D83569"/>
                </a:solidFill>
              </a:rPr>
              <a:t>Solution</a:t>
            </a:r>
            <a:r>
              <a:rPr lang="en-GB" sz="2000" dirty="0"/>
              <a:t>: Population based meta heuristic algorithms </a:t>
            </a:r>
          </a:p>
          <a:p>
            <a:pPr algn="just">
              <a:lnSpc>
                <a:spcPct val="100000"/>
              </a:lnSpc>
            </a:pPr>
            <a:endParaRPr lang="en-GB" sz="2000" dirty="0"/>
          </a:p>
        </p:txBody>
      </p:sp>
      <p:graphicFrame>
        <p:nvGraphicFramePr>
          <p:cNvPr id="8" name="Table 7">
            <a:extLst>
              <a:ext uri="{FF2B5EF4-FFF2-40B4-BE49-F238E27FC236}">
                <a16:creationId xmlns:a16="http://schemas.microsoft.com/office/drawing/2014/main" id="{FCAA2930-0E83-7319-71F4-ADEF46EBC4EF}"/>
              </a:ext>
            </a:extLst>
          </p:cNvPr>
          <p:cNvGraphicFramePr>
            <a:graphicFrameLocks noGrp="1"/>
          </p:cNvGraphicFramePr>
          <p:nvPr>
            <p:extLst>
              <p:ext uri="{D42A27DB-BD31-4B8C-83A1-F6EECF244321}">
                <p14:modId xmlns:p14="http://schemas.microsoft.com/office/powerpoint/2010/main" val="2238201507"/>
              </p:ext>
            </p:extLst>
          </p:nvPr>
        </p:nvGraphicFramePr>
        <p:xfrm>
          <a:off x="3425789" y="4451502"/>
          <a:ext cx="2590166" cy="2194560"/>
        </p:xfrm>
        <a:graphic>
          <a:graphicData uri="http://schemas.openxmlformats.org/drawingml/2006/table">
            <a:tbl>
              <a:tblPr/>
              <a:tblGrid>
                <a:gridCol w="719455">
                  <a:extLst>
                    <a:ext uri="{9D8B030D-6E8A-4147-A177-3AD203B41FA5}">
                      <a16:colId xmlns:a16="http://schemas.microsoft.com/office/drawing/2014/main" val="1453403390"/>
                    </a:ext>
                  </a:extLst>
                </a:gridCol>
                <a:gridCol w="1016318">
                  <a:extLst>
                    <a:ext uri="{9D8B030D-6E8A-4147-A177-3AD203B41FA5}">
                      <a16:colId xmlns:a16="http://schemas.microsoft.com/office/drawing/2014/main" val="2968979063"/>
                    </a:ext>
                  </a:extLst>
                </a:gridCol>
                <a:gridCol w="854393">
                  <a:extLst>
                    <a:ext uri="{9D8B030D-6E8A-4147-A177-3AD203B41FA5}">
                      <a16:colId xmlns:a16="http://schemas.microsoft.com/office/drawing/2014/main" val="2386444913"/>
                    </a:ext>
                  </a:extLst>
                </a:gridCol>
              </a:tblGrid>
              <a:tr h="365760">
                <a:tc>
                  <a:txBody>
                    <a:bodyPr/>
                    <a:lstStyle/>
                    <a:p>
                      <a:pPr algn="ctr">
                        <a:buNone/>
                      </a:pPr>
                      <a:r>
                        <a:rPr lang="en-GB" sz="1400" b="1" dirty="0"/>
                        <a:t>Item</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Weight</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Value</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65173233"/>
                  </a:ext>
                </a:extLst>
              </a:tr>
              <a:tr h="365760">
                <a:tc>
                  <a:txBody>
                    <a:bodyPr/>
                    <a:lstStyle/>
                    <a:p>
                      <a:pPr algn="ctr">
                        <a:buNone/>
                      </a:pPr>
                      <a:r>
                        <a:rPr lang="en-GB" sz="1400" dirty="0"/>
                        <a:t>1</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2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20437342"/>
                  </a:ext>
                </a:extLst>
              </a:tr>
              <a:tr h="365760">
                <a:tc>
                  <a:txBody>
                    <a:bodyPr/>
                    <a:lstStyle/>
                    <a:p>
                      <a:pPr algn="ctr">
                        <a:buNone/>
                      </a:pPr>
                      <a:r>
                        <a:rPr lang="en-GB" sz="1400"/>
                        <a:t>2</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15901037"/>
                  </a:ext>
                </a:extLst>
              </a:tr>
              <a:tr h="365760">
                <a:tc>
                  <a:txBody>
                    <a:bodyPr/>
                    <a:lstStyle/>
                    <a:p>
                      <a:pPr algn="ctr">
                        <a:buNone/>
                      </a:pPr>
                      <a:r>
                        <a:rPr lang="en-GB" sz="1400"/>
                        <a:t>3</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674917434"/>
                  </a:ext>
                </a:extLst>
              </a:tr>
              <a:tr h="365760">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5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604722551"/>
                  </a:ext>
                </a:extLst>
              </a:tr>
              <a:tr h="365760">
                <a:tc>
                  <a:txBody>
                    <a:bodyPr/>
                    <a:lstStyle/>
                    <a:p>
                      <a:pPr algn="ctr">
                        <a:buNone/>
                      </a:pPr>
                      <a:r>
                        <a:rPr lang="en-GB" sz="1400" dirty="0"/>
                        <a:t>5</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9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£10</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31533898"/>
                  </a:ext>
                </a:extLst>
              </a:tr>
            </a:tbl>
          </a:graphicData>
        </a:graphic>
      </p:graphicFrame>
      <p:sp>
        <p:nvSpPr>
          <p:cNvPr id="9" name="Cube 8">
            <a:extLst>
              <a:ext uri="{FF2B5EF4-FFF2-40B4-BE49-F238E27FC236}">
                <a16:creationId xmlns:a16="http://schemas.microsoft.com/office/drawing/2014/main" id="{CA85E1F3-E7F6-3FA9-665C-62A5780D2555}"/>
              </a:ext>
            </a:extLst>
          </p:cNvPr>
          <p:cNvSpPr/>
          <p:nvPr/>
        </p:nvSpPr>
        <p:spPr>
          <a:xfrm>
            <a:off x="6643022" y="4708993"/>
            <a:ext cx="550416" cy="43500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a:t>1</a:t>
            </a:r>
          </a:p>
        </p:txBody>
      </p:sp>
      <p:sp>
        <p:nvSpPr>
          <p:cNvPr id="10" name="Cube 9">
            <a:extLst>
              <a:ext uri="{FF2B5EF4-FFF2-40B4-BE49-F238E27FC236}">
                <a16:creationId xmlns:a16="http://schemas.microsoft.com/office/drawing/2014/main" id="{5EEB8DD7-6E63-5C77-507E-D65641D998E5}"/>
              </a:ext>
            </a:extLst>
          </p:cNvPr>
          <p:cNvSpPr/>
          <p:nvPr/>
        </p:nvSpPr>
        <p:spPr>
          <a:xfrm>
            <a:off x="7570046" y="4724740"/>
            <a:ext cx="550416" cy="435006"/>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GB" dirty="0"/>
              <a:t>2</a:t>
            </a:r>
          </a:p>
        </p:txBody>
      </p:sp>
      <p:sp>
        <p:nvSpPr>
          <p:cNvPr id="11" name="Cube 10">
            <a:extLst>
              <a:ext uri="{FF2B5EF4-FFF2-40B4-BE49-F238E27FC236}">
                <a16:creationId xmlns:a16="http://schemas.microsoft.com/office/drawing/2014/main" id="{7B5882EE-9B94-2B5F-3D7D-8B1958251557}"/>
              </a:ext>
            </a:extLst>
          </p:cNvPr>
          <p:cNvSpPr/>
          <p:nvPr/>
        </p:nvSpPr>
        <p:spPr>
          <a:xfrm>
            <a:off x="6633978" y="5395595"/>
            <a:ext cx="550416" cy="435006"/>
          </a:xfrm>
          <a:prstGeom prst="cub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dirty="0"/>
              <a:t>3</a:t>
            </a:r>
          </a:p>
        </p:txBody>
      </p:sp>
      <p:sp>
        <p:nvSpPr>
          <p:cNvPr id="12" name="Cube 11">
            <a:extLst>
              <a:ext uri="{FF2B5EF4-FFF2-40B4-BE49-F238E27FC236}">
                <a16:creationId xmlns:a16="http://schemas.microsoft.com/office/drawing/2014/main" id="{4FCD8D39-80BF-7C03-3825-A8666FD8626E}"/>
              </a:ext>
            </a:extLst>
          </p:cNvPr>
          <p:cNvSpPr/>
          <p:nvPr/>
        </p:nvSpPr>
        <p:spPr>
          <a:xfrm>
            <a:off x="7619732" y="5411342"/>
            <a:ext cx="550416" cy="435006"/>
          </a:xfrm>
          <a:prstGeom prst="cub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dirty="0"/>
              <a:t>4</a:t>
            </a:r>
          </a:p>
        </p:txBody>
      </p:sp>
      <p:sp>
        <p:nvSpPr>
          <p:cNvPr id="13" name="Cube 12">
            <a:extLst>
              <a:ext uri="{FF2B5EF4-FFF2-40B4-BE49-F238E27FC236}">
                <a16:creationId xmlns:a16="http://schemas.microsoft.com/office/drawing/2014/main" id="{A63C9FE2-5FF1-848A-A6A7-8B7BDCDBC866}"/>
              </a:ext>
            </a:extLst>
          </p:cNvPr>
          <p:cNvSpPr/>
          <p:nvPr/>
        </p:nvSpPr>
        <p:spPr>
          <a:xfrm>
            <a:off x="7069316" y="6057869"/>
            <a:ext cx="550416" cy="435006"/>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5</a:t>
            </a:r>
          </a:p>
        </p:txBody>
      </p:sp>
      <p:grpSp>
        <p:nvGrpSpPr>
          <p:cNvPr id="16" name="Group 15">
            <a:extLst>
              <a:ext uri="{FF2B5EF4-FFF2-40B4-BE49-F238E27FC236}">
                <a16:creationId xmlns:a16="http://schemas.microsoft.com/office/drawing/2014/main" id="{B22C8E5F-3F0B-9003-3B20-D4772764539E}"/>
              </a:ext>
            </a:extLst>
          </p:cNvPr>
          <p:cNvGrpSpPr/>
          <p:nvPr/>
        </p:nvGrpSpPr>
        <p:grpSpPr>
          <a:xfrm>
            <a:off x="8802602" y="4617619"/>
            <a:ext cx="1743902" cy="1862326"/>
            <a:chOff x="8802602" y="4617619"/>
            <a:chExt cx="1743902" cy="1862326"/>
          </a:xfrm>
        </p:grpSpPr>
        <p:pic>
          <p:nvPicPr>
            <p:cNvPr id="14" name="Picture 13" descr="A black and white picture of a backpack&#10;&#10;AI-generated content may be incorrect.">
              <a:extLst>
                <a:ext uri="{FF2B5EF4-FFF2-40B4-BE49-F238E27FC236}">
                  <a16:creationId xmlns:a16="http://schemas.microsoft.com/office/drawing/2014/main" id="{24510BCD-70B4-15DF-EB27-54D8DED4463E}"/>
                </a:ext>
              </a:extLst>
            </p:cNvPr>
            <p:cNvPicPr>
              <a:picLocks noChangeAspect="1"/>
            </p:cNvPicPr>
            <p:nvPr/>
          </p:nvPicPr>
          <p:blipFill>
            <a:blip r:embed="rId2">
              <a:extLst>
                <a:ext uri="{28A0092B-C50C-407E-A947-70E740481C1C}">
                  <a14:useLocalDpi xmlns:a14="http://schemas.microsoft.com/office/drawing/2010/main" val="0"/>
                </a:ext>
              </a:extLst>
            </a:blip>
            <a:srcRect l="40631" t="38468" r="38471" b="15176"/>
            <a:stretch>
              <a:fillRect/>
            </a:stretch>
          </p:blipFill>
          <p:spPr>
            <a:xfrm>
              <a:off x="8802602" y="4617619"/>
              <a:ext cx="1743902" cy="1862326"/>
            </a:xfrm>
            <a:prstGeom prst="rect">
              <a:avLst/>
            </a:prstGeom>
          </p:spPr>
        </p:pic>
        <p:sp>
          <p:nvSpPr>
            <p:cNvPr id="15" name="TextBox 14">
              <a:extLst>
                <a:ext uri="{FF2B5EF4-FFF2-40B4-BE49-F238E27FC236}">
                  <a16:creationId xmlns:a16="http://schemas.microsoft.com/office/drawing/2014/main" id="{5B766D21-CBF4-2C6D-6707-7D488BA33D94}"/>
                </a:ext>
              </a:extLst>
            </p:cNvPr>
            <p:cNvSpPr txBox="1"/>
            <p:nvPr/>
          </p:nvSpPr>
          <p:spPr>
            <a:xfrm>
              <a:off x="9266180" y="5906498"/>
              <a:ext cx="816745" cy="368874"/>
            </a:xfrm>
            <a:prstGeom prst="rect">
              <a:avLst/>
            </a:prstGeom>
            <a:noFill/>
          </p:spPr>
          <p:txBody>
            <a:bodyPr wrap="square" rtlCol="0">
              <a:spAutoFit/>
            </a:bodyPr>
            <a:lstStyle/>
            <a:p>
              <a:pPr algn="ctr"/>
              <a:r>
                <a:rPr lang="en-GB" b="1" dirty="0">
                  <a:solidFill>
                    <a:schemeClr val="tx2"/>
                  </a:solidFill>
                </a:rPr>
                <a:t>10 kg</a:t>
              </a:r>
            </a:p>
          </p:txBody>
        </p:sp>
      </p:grpSp>
    </p:spTree>
    <p:extLst>
      <p:ext uri="{BB962C8B-B14F-4D97-AF65-F5344CB8AC3E}">
        <p14:creationId xmlns:p14="http://schemas.microsoft.com/office/powerpoint/2010/main" val="1372548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5343DE-88AC-3E4E-7CA5-1B966489A701}"/>
              </a:ext>
            </a:extLst>
          </p:cNvPr>
          <p:cNvSpPr>
            <a:spLocks noGrp="1"/>
          </p:cNvSpPr>
          <p:nvPr>
            <p:ph idx="1"/>
          </p:nvPr>
        </p:nvSpPr>
        <p:spPr/>
        <p:txBody>
          <a:bodyPr>
            <a:normAutofit/>
          </a:bodyPr>
          <a:lstStyle/>
          <a:p>
            <a:pPr>
              <a:lnSpc>
                <a:spcPct val="150000"/>
              </a:lnSpc>
            </a:pPr>
            <a:r>
              <a:rPr lang="en-GB" dirty="0"/>
              <a:t>Algorithms that iteratively search for near-optimal solutions to a problem by maintaining and evolving a set of candidate solutions, called a population</a:t>
            </a:r>
          </a:p>
          <a:p>
            <a:pPr marL="0" indent="0">
              <a:lnSpc>
                <a:spcPct val="150000"/>
              </a:lnSpc>
              <a:buNone/>
            </a:pPr>
            <a:r>
              <a:rPr lang="en-GB" b="1" dirty="0"/>
              <a:t>Evolutionary Algorithms </a:t>
            </a:r>
          </a:p>
          <a:p>
            <a:pPr>
              <a:lnSpc>
                <a:spcPct val="150000"/>
              </a:lnSpc>
              <a:buFont typeface="Wingdings" panose="05000000000000000000" pitchFamily="2" charset="2"/>
              <a:buChar char="Ø"/>
            </a:pPr>
            <a:r>
              <a:rPr lang="en-GB" dirty="0"/>
              <a:t>Inspiration: Darwinian evolution — survival of the fittest.</a:t>
            </a:r>
          </a:p>
          <a:p>
            <a:pPr marL="0" indent="0">
              <a:lnSpc>
                <a:spcPct val="150000"/>
              </a:lnSpc>
              <a:buNone/>
            </a:pPr>
            <a:r>
              <a:rPr lang="en-GB" b="1" dirty="0"/>
              <a:t>Swarm intelligence</a:t>
            </a:r>
          </a:p>
          <a:p>
            <a:pPr>
              <a:lnSpc>
                <a:spcPct val="150000"/>
              </a:lnSpc>
              <a:buFont typeface="Wingdings" panose="05000000000000000000" pitchFamily="2" charset="2"/>
              <a:buChar char="Ø"/>
            </a:pPr>
            <a:r>
              <a:rPr lang="en-GB" dirty="0"/>
              <a:t>A form of collective learning and decision-making inspired by the collective behavior of organisms in nature</a:t>
            </a:r>
          </a:p>
        </p:txBody>
      </p:sp>
      <p:sp>
        <p:nvSpPr>
          <p:cNvPr id="4" name="Title 1">
            <a:extLst>
              <a:ext uri="{FF2B5EF4-FFF2-40B4-BE49-F238E27FC236}">
                <a16:creationId xmlns:a16="http://schemas.microsoft.com/office/drawing/2014/main" id="{E3A45FAE-CDE6-29C7-ACE6-9C7798F51E33}"/>
              </a:ext>
            </a:extLst>
          </p:cNvPr>
          <p:cNvSpPr>
            <a:spLocks noGrp="1"/>
          </p:cNvSpPr>
          <p:nvPr>
            <p:ph type="title"/>
          </p:nvPr>
        </p:nvSpPr>
        <p:spPr>
          <a:xfrm>
            <a:off x="542925" y="365125"/>
            <a:ext cx="11087100" cy="1325563"/>
          </a:xfrm>
        </p:spPr>
        <p:txBody>
          <a:bodyPr/>
          <a:lstStyle/>
          <a:p>
            <a:r>
              <a:rPr lang="en-GB" dirty="0"/>
              <a:t>Metaheuristic optimization methods</a:t>
            </a:r>
          </a:p>
        </p:txBody>
      </p:sp>
    </p:spTree>
    <p:extLst>
      <p:ext uri="{BB962C8B-B14F-4D97-AF65-F5344CB8AC3E}">
        <p14:creationId xmlns:p14="http://schemas.microsoft.com/office/powerpoint/2010/main" val="2522748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CA80E-3ABE-0414-788B-25D2107507B3}"/>
              </a:ext>
            </a:extLst>
          </p:cNvPr>
          <p:cNvSpPr>
            <a:spLocks noGrp="1"/>
          </p:cNvSpPr>
          <p:nvPr>
            <p:ph type="title"/>
          </p:nvPr>
        </p:nvSpPr>
        <p:spPr>
          <a:xfrm>
            <a:off x="580748" y="249714"/>
            <a:ext cx="3476348" cy="1325563"/>
          </a:xfrm>
        </p:spPr>
        <p:txBody>
          <a:bodyPr/>
          <a:lstStyle/>
          <a:p>
            <a:r>
              <a:rPr lang="en-GB" dirty="0"/>
              <a:t>Evolutionary Algorithms</a:t>
            </a:r>
          </a:p>
        </p:txBody>
      </p:sp>
      <p:pic>
        <p:nvPicPr>
          <p:cNvPr id="4" name="Picture 3" descr="A diagram of a graph&#10;&#10;AI-generated content may be incorrect.">
            <a:extLst>
              <a:ext uri="{FF2B5EF4-FFF2-40B4-BE49-F238E27FC236}">
                <a16:creationId xmlns:a16="http://schemas.microsoft.com/office/drawing/2014/main" id="{744CE713-F4A6-8DDF-F1C5-529F0ED53B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7096" y="429826"/>
            <a:ext cx="5381625" cy="6248400"/>
          </a:xfrm>
          <a:prstGeom prst="rect">
            <a:avLst/>
          </a:prstGeom>
        </p:spPr>
      </p:pic>
    </p:spTree>
    <p:extLst>
      <p:ext uri="{BB962C8B-B14F-4D97-AF65-F5344CB8AC3E}">
        <p14:creationId xmlns:p14="http://schemas.microsoft.com/office/powerpoint/2010/main" val="3914696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839C080-2D48-4637-B33F-73EA0DE92A59}"/>
              </a:ext>
            </a:extLst>
          </p:cNvPr>
          <p:cNvSpPr txBox="1">
            <a:spLocks/>
          </p:cNvSpPr>
          <p:nvPr/>
        </p:nvSpPr>
        <p:spPr>
          <a:xfrm>
            <a:off x="572493" y="238539"/>
            <a:ext cx="11018520" cy="824637"/>
          </a:xfrm>
          <a:prstGeom prst="rect">
            <a:avLst/>
          </a:prstGeom>
        </p:spPr>
        <p:txBody>
          <a:bodyPr anchor="b">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5400" dirty="0"/>
              <a:t>Genetic Algorithms</a:t>
            </a:r>
          </a:p>
        </p:txBody>
      </p:sp>
      <p:sp>
        <p:nvSpPr>
          <p:cNvPr id="3" name="TextBox 2">
            <a:extLst>
              <a:ext uri="{FF2B5EF4-FFF2-40B4-BE49-F238E27FC236}">
                <a16:creationId xmlns:a16="http://schemas.microsoft.com/office/drawing/2014/main" id="{7CF47513-DFA5-3636-D460-1916E2C2AC3C}"/>
              </a:ext>
            </a:extLst>
          </p:cNvPr>
          <p:cNvSpPr txBox="1"/>
          <p:nvPr/>
        </p:nvSpPr>
        <p:spPr>
          <a:xfrm>
            <a:off x="572493" y="1503064"/>
            <a:ext cx="10808680" cy="1290161"/>
          </a:xfrm>
          <a:prstGeom prst="rect">
            <a:avLst/>
          </a:prstGeom>
          <a:noFill/>
        </p:spPr>
        <p:txBody>
          <a:bodyPr wrap="square">
            <a:spAutoFit/>
          </a:bodyPr>
          <a:lstStyle/>
          <a:p>
            <a:pPr>
              <a:lnSpc>
                <a:spcPct val="150000"/>
              </a:lnSpc>
            </a:pPr>
            <a:r>
              <a:rPr lang="en-GB" dirty="0"/>
              <a:t>A Genetic Algorithm is a subclass of evolutionary algorithms that uses biologically inspired natural selection to evolve approximate solutions to optimization and search problems, guided by a fitness function that evaluates solution quality</a:t>
            </a:r>
          </a:p>
        </p:txBody>
      </p:sp>
      <p:pic>
        <p:nvPicPr>
          <p:cNvPr id="4" name="Picture 3" descr="Diagram of a factory diagram&#10;&#10;AI-generated content may be incorrect.">
            <a:extLst>
              <a:ext uri="{FF2B5EF4-FFF2-40B4-BE49-F238E27FC236}">
                <a16:creationId xmlns:a16="http://schemas.microsoft.com/office/drawing/2014/main" id="{74A0338B-716D-9E10-26E7-3961E4E34C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0488" y="2567153"/>
            <a:ext cx="3950587" cy="2995246"/>
          </a:xfrm>
          <a:prstGeom prst="rect">
            <a:avLst/>
          </a:prstGeom>
        </p:spPr>
      </p:pic>
      <p:sp>
        <p:nvSpPr>
          <p:cNvPr id="5" name="TextBox 4">
            <a:extLst>
              <a:ext uri="{FF2B5EF4-FFF2-40B4-BE49-F238E27FC236}">
                <a16:creationId xmlns:a16="http://schemas.microsoft.com/office/drawing/2014/main" id="{20488D9A-8B0D-2F8C-7BBE-3B1D19D14A8E}"/>
              </a:ext>
            </a:extLst>
          </p:cNvPr>
          <p:cNvSpPr txBox="1"/>
          <p:nvPr/>
        </p:nvSpPr>
        <p:spPr>
          <a:xfrm>
            <a:off x="958788" y="3004552"/>
            <a:ext cx="4465468" cy="2616101"/>
          </a:xfrm>
          <a:prstGeom prst="rect">
            <a:avLst/>
          </a:prstGeom>
          <a:noFill/>
        </p:spPr>
        <p:txBody>
          <a:bodyPr wrap="square" rtlCol="0">
            <a:spAutoFit/>
          </a:bodyPr>
          <a:lstStyle/>
          <a:p>
            <a:r>
              <a:rPr lang="en-GB" sz="1600" dirty="0"/>
              <a:t>Applications in AI modelling context</a:t>
            </a:r>
          </a:p>
          <a:p>
            <a:pPr marL="285750" indent="-285750">
              <a:buFont typeface="Arial" panose="020B0604020202020204" pitchFamily="34" charset="0"/>
              <a:buChar char="•"/>
            </a:pPr>
            <a:r>
              <a:rPr lang="en-GB" sz="1600" dirty="0"/>
              <a:t>Train ANNs </a:t>
            </a:r>
            <a:r>
              <a:rPr lang="en-GB" sz="1600" baseline="30000" dirty="0"/>
              <a:t>1</a:t>
            </a:r>
          </a:p>
          <a:p>
            <a:pPr marL="285750" indent="-285750">
              <a:buFont typeface="Arial" panose="020B0604020202020204" pitchFamily="34" charset="0"/>
              <a:buChar char="•"/>
            </a:pPr>
            <a:r>
              <a:rPr lang="en-GB" sz="1600" dirty="0"/>
              <a:t>Optimize architecture of ANNs </a:t>
            </a:r>
            <a:r>
              <a:rPr lang="en-GB" sz="1600" baseline="30000" dirty="0"/>
              <a:t>2</a:t>
            </a:r>
          </a:p>
          <a:p>
            <a:endParaRPr lang="en-GB" sz="1600" dirty="0"/>
          </a:p>
          <a:p>
            <a:r>
              <a:rPr lang="en-GB" sz="1600" dirty="0"/>
              <a:t>Industrial Applications </a:t>
            </a:r>
          </a:p>
          <a:p>
            <a:pPr marL="285750" indent="-285750">
              <a:buFont typeface="Arial" panose="020B0604020202020204" pitchFamily="34" charset="0"/>
              <a:buChar char="•"/>
            </a:pPr>
            <a:r>
              <a:rPr lang="en-GB" sz="1600" dirty="0"/>
              <a:t>Design optimization</a:t>
            </a:r>
          </a:p>
          <a:p>
            <a:pPr marL="285750" indent="-285750">
              <a:buFont typeface="Arial" panose="020B0604020202020204" pitchFamily="34" charset="0"/>
              <a:buChar char="•"/>
            </a:pPr>
            <a:r>
              <a:rPr lang="en-GB" sz="1600" dirty="0"/>
              <a:t>Job scheduling</a:t>
            </a:r>
          </a:p>
          <a:p>
            <a:pPr marL="285750" indent="-285750">
              <a:buFont typeface="Arial" panose="020B0604020202020204" pitchFamily="34" charset="0"/>
              <a:buChar char="•"/>
            </a:pPr>
            <a:r>
              <a:rPr lang="en-GB" sz="1600" dirty="0"/>
              <a:t>Facility layout planning</a:t>
            </a:r>
          </a:p>
          <a:p>
            <a:pPr marL="285750" indent="-285750">
              <a:buFont typeface="Arial" panose="020B0604020202020204" pitchFamily="34" charset="0"/>
              <a:buChar char="•"/>
            </a:pPr>
            <a:r>
              <a:rPr lang="en-GB" sz="1600" dirty="0"/>
              <a:t>Tool path optimization</a:t>
            </a:r>
          </a:p>
          <a:p>
            <a:pPr marL="285750" indent="-285750">
              <a:buFont typeface="Arial" panose="020B0604020202020204" pitchFamily="34" charset="0"/>
              <a:buChar char="•"/>
            </a:pPr>
            <a:r>
              <a:rPr lang="en-GB" sz="1600" dirty="0"/>
              <a:t>Process parameter optimization</a:t>
            </a:r>
          </a:p>
        </p:txBody>
      </p:sp>
      <p:sp>
        <p:nvSpPr>
          <p:cNvPr id="7" name="TextBox 6">
            <a:extLst>
              <a:ext uri="{FF2B5EF4-FFF2-40B4-BE49-F238E27FC236}">
                <a16:creationId xmlns:a16="http://schemas.microsoft.com/office/drawing/2014/main" id="{C9935EC4-0CDE-1B8D-84C6-ADD2A3696A55}"/>
              </a:ext>
            </a:extLst>
          </p:cNvPr>
          <p:cNvSpPr txBox="1"/>
          <p:nvPr/>
        </p:nvSpPr>
        <p:spPr>
          <a:xfrm>
            <a:off x="1588099" y="6315883"/>
            <a:ext cx="10002914" cy="461665"/>
          </a:xfrm>
          <a:prstGeom prst="rect">
            <a:avLst/>
          </a:prstGeom>
          <a:noFill/>
        </p:spPr>
        <p:txBody>
          <a:bodyPr wrap="square">
            <a:spAutoFit/>
          </a:bodyPr>
          <a:lstStyle/>
          <a:p>
            <a:r>
              <a:rPr lang="en-GB" sz="1200" dirty="0"/>
              <a:t>1. Gupta, J. N., &amp; Sexton, R. S. (1999). Comparing backpropagation with a genetic algorithm for neural network training. </a:t>
            </a:r>
            <a:r>
              <a:rPr lang="en-GB" sz="1200" i="1" dirty="0"/>
              <a:t>Omega</a:t>
            </a:r>
            <a:r>
              <a:rPr lang="en-GB" sz="1200" dirty="0"/>
              <a:t>, </a:t>
            </a:r>
            <a:r>
              <a:rPr lang="en-GB" sz="1200" i="1" dirty="0"/>
              <a:t>27</a:t>
            </a:r>
            <a:r>
              <a:rPr lang="en-GB" sz="1200" dirty="0"/>
              <a:t>(6), 679-684.</a:t>
            </a:r>
          </a:p>
          <a:p>
            <a:r>
              <a:rPr lang="en-GB" sz="1200" dirty="0"/>
              <a:t>2. Real, E., Aggarwal, A., Huang, Y., &amp; Le, Q. V. (2018). Regularized </a:t>
            </a:r>
            <a:r>
              <a:rPr lang="en-GB" sz="1200" dirty="0" err="1"/>
              <a:t>evolutionfor</a:t>
            </a:r>
            <a:r>
              <a:rPr lang="en-GB" sz="1200" dirty="0"/>
              <a:t> image classifier architecture search. </a:t>
            </a:r>
            <a:r>
              <a:rPr lang="en-GB" sz="1200" i="1" dirty="0" err="1"/>
              <a:t>CoRR</a:t>
            </a:r>
            <a:r>
              <a:rPr lang="en-GB" sz="1200" i="1" dirty="0"/>
              <a:t>, vol. abs/1802</a:t>
            </a:r>
            <a:r>
              <a:rPr lang="en-GB" sz="1200" dirty="0"/>
              <a:t>, </a:t>
            </a:r>
            <a:r>
              <a:rPr lang="en-GB" sz="1200" i="1" dirty="0"/>
              <a:t>1548</a:t>
            </a:r>
            <a:r>
              <a:rPr lang="en-GB" sz="1200" dirty="0"/>
              <a:t>.</a:t>
            </a:r>
          </a:p>
        </p:txBody>
      </p:sp>
      <p:pic>
        <p:nvPicPr>
          <p:cNvPr id="10" name="Picture 9" descr="A drawing of a flying boat&#10;&#10;AI-generated content may be incorrect.">
            <a:extLst>
              <a:ext uri="{FF2B5EF4-FFF2-40B4-BE49-F238E27FC236}">
                <a16:creationId xmlns:a16="http://schemas.microsoft.com/office/drawing/2014/main" id="{27A3FC56-2A05-FC72-98A4-AA480BE96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6663" y="2647749"/>
            <a:ext cx="5981700" cy="2914650"/>
          </a:xfrm>
          <a:prstGeom prst="rect">
            <a:avLst/>
          </a:prstGeom>
        </p:spPr>
      </p:pic>
      <p:sp>
        <p:nvSpPr>
          <p:cNvPr id="14" name="TextBox 13">
            <a:extLst>
              <a:ext uri="{FF2B5EF4-FFF2-40B4-BE49-F238E27FC236}">
                <a16:creationId xmlns:a16="http://schemas.microsoft.com/office/drawing/2014/main" id="{B23844E3-1CB7-3F3A-1C2E-0B7A8916AFA0}"/>
              </a:ext>
            </a:extLst>
          </p:cNvPr>
          <p:cNvSpPr txBox="1"/>
          <p:nvPr/>
        </p:nvSpPr>
        <p:spPr>
          <a:xfrm>
            <a:off x="5736663" y="5680108"/>
            <a:ext cx="6094520" cy="461665"/>
          </a:xfrm>
          <a:prstGeom prst="rect">
            <a:avLst/>
          </a:prstGeom>
          <a:noFill/>
        </p:spPr>
        <p:txBody>
          <a:bodyPr wrap="square">
            <a:spAutoFit/>
          </a:bodyPr>
          <a:lstStyle/>
          <a:p>
            <a:pPr algn="ctr"/>
            <a:r>
              <a:rPr lang="en-GB" sz="1200" b="1" dirty="0"/>
              <a:t>UAV aerodynamic design involving genetic algorithm</a:t>
            </a:r>
            <a:endParaRPr lang="en-GB" sz="1200" dirty="0"/>
          </a:p>
          <a:p>
            <a:pPr algn="ctr"/>
            <a:r>
              <a:rPr lang="en-GB" sz="1200" dirty="0" err="1"/>
              <a:t>Boutemedjet</a:t>
            </a:r>
            <a:r>
              <a:rPr lang="en-GB" sz="1200" dirty="0"/>
              <a:t>, et al. (2019). </a:t>
            </a:r>
            <a:r>
              <a:rPr lang="en-GB" sz="1200" i="1" dirty="0"/>
              <a:t>Aerospace Science and Technology</a:t>
            </a:r>
            <a:r>
              <a:rPr lang="en-GB" sz="1200" dirty="0"/>
              <a:t>, </a:t>
            </a:r>
            <a:r>
              <a:rPr lang="en-GB" sz="1200" i="1" dirty="0"/>
              <a:t>84</a:t>
            </a:r>
            <a:r>
              <a:rPr lang="en-GB" sz="1200" dirty="0"/>
              <a:t>, 464-483.</a:t>
            </a:r>
          </a:p>
        </p:txBody>
      </p:sp>
    </p:spTree>
    <p:extLst>
      <p:ext uri="{BB962C8B-B14F-4D97-AF65-F5344CB8AC3E}">
        <p14:creationId xmlns:p14="http://schemas.microsoft.com/office/powerpoint/2010/main" val="404407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ransparent object with red dots&#10;&#10;AI-generated content may be incorrect.">
            <a:extLst>
              <a:ext uri="{FF2B5EF4-FFF2-40B4-BE49-F238E27FC236}">
                <a16:creationId xmlns:a16="http://schemas.microsoft.com/office/drawing/2014/main" id="{2DBE928E-25A0-5353-013B-A251E6BBB6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147151"/>
            <a:ext cx="5116829" cy="2841270"/>
          </a:xfrm>
          <a:prstGeom prst="rect">
            <a:avLst/>
          </a:prstGeom>
        </p:spPr>
      </p:pic>
      <p:pic>
        <p:nvPicPr>
          <p:cNvPr id="5" name="Picture 4" descr="A graph of a function&#10;&#10;AI-generated content may be incorrect.">
            <a:extLst>
              <a:ext uri="{FF2B5EF4-FFF2-40B4-BE49-F238E27FC236}">
                <a16:creationId xmlns:a16="http://schemas.microsoft.com/office/drawing/2014/main" id="{95C4D44A-18D3-F3B5-F1A6-A13D89B54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5938" y="1324569"/>
            <a:ext cx="3254974" cy="2598554"/>
          </a:xfrm>
          <a:prstGeom prst="rect">
            <a:avLst/>
          </a:prstGeom>
        </p:spPr>
      </p:pic>
      <p:sp>
        <p:nvSpPr>
          <p:cNvPr id="7" name="TextBox 6">
            <a:extLst>
              <a:ext uri="{FF2B5EF4-FFF2-40B4-BE49-F238E27FC236}">
                <a16:creationId xmlns:a16="http://schemas.microsoft.com/office/drawing/2014/main" id="{35C6673D-C774-7FFC-E692-89BE5D7C7D49}"/>
              </a:ext>
            </a:extLst>
          </p:cNvPr>
          <p:cNvSpPr txBox="1"/>
          <p:nvPr/>
        </p:nvSpPr>
        <p:spPr>
          <a:xfrm>
            <a:off x="1950529" y="598139"/>
            <a:ext cx="2876365" cy="369332"/>
          </a:xfrm>
          <a:prstGeom prst="rect">
            <a:avLst/>
          </a:prstGeom>
          <a:noFill/>
        </p:spPr>
        <p:txBody>
          <a:bodyPr wrap="square" rtlCol="0">
            <a:spAutoFit/>
          </a:bodyPr>
          <a:lstStyle/>
          <a:p>
            <a:pPr algn="ctr"/>
            <a:r>
              <a:rPr lang="en-GB" dirty="0"/>
              <a:t>Gradient Descent</a:t>
            </a:r>
          </a:p>
        </p:txBody>
      </p:sp>
      <p:sp>
        <p:nvSpPr>
          <p:cNvPr id="8" name="TextBox 7">
            <a:extLst>
              <a:ext uri="{FF2B5EF4-FFF2-40B4-BE49-F238E27FC236}">
                <a16:creationId xmlns:a16="http://schemas.microsoft.com/office/drawing/2014/main" id="{B0BAF199-3304-ECEC-8D8B-B51E12D4D299}"/>
              </a:ext>
            </a:extLst>
          </p:cNvPr>
          <p:cNvSpPr txBox="1"/>
          <p:nvPr/>
        </p:nvSpPr>
        <p:spPr>
          <a:xfrm>
            <a:off x="7365108" y="598139"/>
            <a:ext cx="2876365" cy="369332"/>
          </a:xfrm>
          <a:prstGeom prst="rect">
            <a:avLst/>
          </a:prstGeom>
          <a:noFill/>
        </p:spPr>
        <p:txBody>
          <a:bodyPr wrap="square" rtlCol="0">
            <a:spAutoFit/>
          </a:bodyPr>
          <a:lstStyle/>
          <a:p>
            <a:pPr algn="ctr"/>
            <a:r>
              <a:rPr lang="en-GB" dirty="0"/>
              <a:t>Genetic Algorithm </a:t>
            </a:r>
          </a:p>
        </p:txBody>
      </p:sp>
      <p:sp>
        <p:nvSpPr>
          <p:cNvPr id="10" name="TextBox 9">
            <a:extLst>
              <a:ext uri="{FF2B5EF4-FFF2-40B4-BE49-F238E27FC236}">
                <a16:creationId xmlns:a16="http://schemas.microsoft.com/office/drawing/2014/main" id="{297E115E-3AF3-E073-9759-C2F0D8A6B651}"/>
              </a:ext>
            </a:extLst>
          </p:cNvPr>
          <p:cNvSpPr txBox="1"/>
          <p:nvPr/>
        </p:nvSpPr>
        <p:spPr>
          <a:xfrm>
            <a:off x="407917" y="4031817"/>
            <a:ext cx="5351015" cy="1477328"/>
          </a:xfrm>
          <a:prstGeom prst="rect">
            <a:avLst/>
          </a:prstGeom>
          <a:noFill/>
        </p:spPr>
        <p:txBody>
          <a:bodyPr wrap="square">
            <a:spAutoFit/>
          </a:bodyPr>
          <a:lstStyle/>
          <a:p>
            <a:r>
              <a:rPr lang="en-GB" dirty="0"/>
              <a:t>Gradient descent requires the objective function to be differentiable and computes gradients to navigate the search space, making it efficient for smooth and convex functions but less effective in complex or discontinuous landscapes</a:t>
            </a:r>
          </a:p>
        </p:txBody>
      </p:sp>
      <p:sp>
        <p:nvSpPr>
          <p:cNvPr id="12" name="TextBox 11">
            <a:extLst>
              <a:ext uri="{FF2B5EF4-FFF2-40B4-BE49-F238E27FC236}">
                <a16:creationId xmlns:a16="http://schemas.microsoft.com/office/drawing/2014/main" id="{B599CA25-E9EB-A21F-337D-43E775F0719A}"/>
              </a:ext>
            </a:extLst>
          </p:cNvPr>
          <p:cNvSpPr txBox="1"/>
          <p:nvPr/>
        </p:nvSpPr>
        <p:spPr>
          <a:xfrm>
            <a:off x="5910308" y="4228536"/>
            <a:ext cx="6094520" cy="2031325"/>
          </a:xfrm>
          <a:prstGeom prst="rect">
            <a:avLst/>
          </a:prstGeom>
          <a:noFill/>
        </p:spPr>
        <p:txBody>
          <a:bodyPr wrap="square">
            <a:spAutoFit/>
          </a:bodyPr>
          <a:lstStyle/>
          <a:p>
            <a:r>
              <a:rPr lang="en-GB" dirty="0"/>
              <a:t>Genetic algorithms (GAs) do not require the objective function to be continuous or differentiable, as they do not rely on gradient information. Instead, GAs use mechanisms inspired by natural evolution—such as selection, crossover, mutation, and evaluation—to explore the search space and optimize the fitness function. This makes them suitable for complex, multimodal, or stochastic search spaces</a:t>
            </a:r>
          </a:p>
        </p:txBody>
      </p:sp>
    </p:spTree>
    <p:extLst>
      <p:ext uri="{BB962C8B-B14F-4D97-AF65-F5344CB8AC3E}">
        <p14:creationId xmlns:p14="http://schemas.microsoft.com/office/powerpoint/2010/main" val="1856060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C28E3-29B5-22D4-C5C7-9B83AED998CD}"/>
              </a:ext>
            </a:extLst>
          </p:cNvPr>
          <p:cNvSpPr>
            <a:spLocks noGrp="1"/>
          </p:cNvSpPr>
          <p:nvPr>
            <p:ph type="title"/>
          </p:nvPr>
        </p:nvSpPr>
        <p:spPr>
          <a:xfrm>
            <a:off x="572493" y="238539"/>
            <a:ext cx="11018520" cy="1434415"/>
          </a:xfrm>
        </p:spPr>
        <p:txBody>
          <a:bodyPr anchor="b">
            <a:normAutofit/>
          </a:bodyPr>
          <a:lstStyle/>
          <a:p>
            <a:r>
              <a:rPr lang="en-GB" sz="5400" dirty="0"/>
              <a:t>Genetic Algorithm</a:t>
            </a:r>
          </a:p>
        </p:txBody>
      </p:sp>
      <p:sp>
        <p:nvSpPr>
          <p:cNvPr id="4" name="Rectangle 1">
            <a:extLst>
              <a:ext uri="{FF2B5EF4-FFF2-40B4-BE49-F238E27FC236}">
                <a16:creationId xmlns:a16="http://schemas.microsoft.com/office/drawing/2014/main" id="{741CA808-3687-B5EC-4285-C747465F17D0}"/>
              </a:ext>
            </a:extLst>
          </p:cNvPr>
          <p:cNvSpPr>
            <a:spLocks noGrp="1" noChangeArrowheads="1"/>
          </p:cNvSpPr>
          <p:nvPr>
            <p:ph idx="1"/>
          </p:nvPr>
        </p:nvSpPr>
        <p:spPr bwMode="auto">
          <a:xfrm>
            <a:off x="572492" y="2071316"/>
            <a:ext cx="7106691" cy="41191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fontScale="85000" lnSpcReduction="10000"/>
          </a:bodyPr>
          <a:lstStyle/>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US" sz="2000" b="1" i="0" u="none" strike="noStrike" cap="none" normalizeH="0" baseline="0" dirty="0">
                <a:ln>
                  <a:noFill/>
                </a:ln>
                <a:effectLst/>
                <a:latin typeface="+mj-lt"/>
              </a:rPr>
              <a:t> Initialization</a:t>
            </a:r>
            <a:r>
              <a:rPr kumimoji="0" lang="en-US" altLang="en-US" sz="2000" b="0" i="0" u="none" strike="noStrike" cap="none" normalizeH="0" baseline="0" dirty="0">
                <a:ln>
                  <a:noFill/>
                </a:ln>
                <a:effectLst/>
                <a:latin typeface="+mj-lt"/>
              </a:rPr>
              <a:t>: A set of possible solutions (individuals).</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US" sz="2000" b="1" i="0" u="none" strike="noStrike" cap="none" normalizeH="0" baseline="0" dirty="0">
                <a:ln>
                  <a:noFill/>
                </a:ln>
                <a:effectLst/>
                <a:latin typeface="+mj-lt"/>
              </a:rPr>
              <a:t> Fitness Function</a:t>
            </a:r>
            <a:r>
              <a:rPr kumimoji="0" lang="en-US" altLang="en-US" sz="2000" b="0" i="0" u="none" strike="noStrike" cap="none" normalizeH="0" baseline="0" dirty="0">
                <a:ln>
                  <a:noFill/>
                </a:ln>
                <a:effectLst/>
                <a:latin typeface="+mj-lt"/>
              </a:rPr>
              <a:t>: A way to evaluate how "good" a solution is.</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US" sz="2000" b="1" i="0" u="none" strike="noStrike" cap="none" normalizeH="0" baseline="0" dirty="0">
                <a:ln>
                  <a:noFill/>
                </a:ln>
                <a:effectLst/>
                <a:latin typeface="+mj-lt"/>
              </a:rPr>
              <a:t> Selection</a:t>
            </a:r>
            <a:r>
              <a:rPr kumimoji="0" lang="en-US" altLang="en-US" sz="2000" b="0" i="0" u="none" strike="noStrike" cap="none" normalizeH="0" baseline="0" dirty="0">
                <a:ln>
                  <a:noFill/>
                </a:ln>
                <a:effectLst/>
                <a:latin typeface="+mj-lt"/>
              </a:rPr>
              <a:t>: The process of picking better solutions to reproduce.</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US" sz="2000" b="1" i="0" u="none" strike="noStrike" cap="none" normalizeH="0" baseline="0" dirty="0">
                <a:ln>
                  <a:noFill/>
                </a:ln>
                <a:effectLst/>
                <a:latin typeface="+mj-lt"/>
              </a:rPr>
              <a:t> Crossover (Recombination)</a:t>
            </a:r>
            <a:r>
              <a:rPr kumimoji="0" lang="en-US" altLang="en-US" sz="2000" b="0" i="0" u="none" strike="noStrike" cap="none" normalizeH="0" baseline="0" dirty="0">
                <a:ln>
                  <a:noFill/>
                </a:ln>
                <a:effectLst/>
                <a:latin typeface="+mj-lt"/>
              </a:rPr>
              <a:t>: Combining parts of two solutions to create new ones.</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US" sz="2000" b="1" i="0" u="none" strike="noStrike" cap="none" normalizeH="0" baseline="0" dirty="0">
                <a:ln>
                  <a:noFill/>
                </a:ln>
                <a:effectLst/>
                <a:latin typeface="+mj-lt"/>
              </a:rPr>
              <a:t> Mutation</a:t>
            </a:r>
            <a:r>
              <a:rPr kumimoji="0" lang="en-US" altLang="en-US" sz="2000" b="0" i="0" u="none" strike="noStrike" cap="none" normalizeH="0" baseline="0" dirty="0">
                <a:ln>
                  <a:noFill/>
                </a:ln>
                <a:effectLst/>
                <a:latin typeface="+mj-lt"/>
              </a:rPr>
              <a:t>: Introducing random changes to solutions – preserves diversity, prevents being stuck at local minima.</a:t>
            </a:r>
          </a:p>
          <a:p>
            <a:pPr marR="0" lvl="0" defTabSz="914400" rtl="0" eaLnBrk="0" fontAlgn="base" latinLnBrk="0" hangingPunct="0">
              <a:lnSpc>
                <a:spcPct val="150000"/>
              </a:lnSpc>
              <a:spcBef>
                <a:spcPct val="0"/>
              </a:spcBef>
              <a:spcAft>
                <a:spcPts val="600"/>
              </a:spcAft>
              <a:buClrTx/>
              <a:buSzTx/>
              <a:buFont typeface="Wingdings" panose="05000000000000000000" pitchFamily="2" charset="2"/>
              <a:buChar char="q"/>
              <a:tabLst/>
            </a:pPr>
            <a:r>
              <a:rPr kumimoji="0" lang="en-US" altLang="en-US" sz="2000" b="1" i="0" u="none" strike="noStrike" cap="none" normalizeH="0" baseline="0" dirty="0">
                <a:ln>
                  <a:noFill/>
                </a:ln>
                <a:effectLst/>
                <a:latin typeface="+mj-lt"/>
              </a:rPr>
              <a:t> Survival of the Fittest</a:t>
            </a:r>
            <a:r>
              <a:rPr kumimoji="0" lang="en-US" altLang="en-US" sz="2000" b="0" i="0" u="none" strike="noStrike" cap="none" normalizeH="0" baseline="0" dirty="0">
                <a:ln>
                  <a:noFill/>
                </a:ln>
                <a:effectLst/>
                <a:latin typeface="+mj-lt"/>
              </a:rPr>
              <a:t>: Better solutions are more likely to survive and reproduce. </a:t>
            </a:r>
          </a:p>
        </p:txBody>
      </p:sp>
      <p:pic>
        <p:nvPicPr>
          <p:cNvPr id="6" name="Picture 5" descr="A diagram of a flowchart&#10;&#10;Description automatically generated">
            <a:extLst>
              <a:ext uri="{FF2B5EF4-FFF2-40B4-BE49-F238E27FC236}">
                <a16:creationId xmlns:a16="http://schemas.microsoft.com/office/drawing/2014/main" id="{040865FE-139E-E0E3-7BAA-44CE69B89A3D}"/>
              </a:ext>
            </a:extLst>
          </p:cNvPr>
          <p:cNvPicPr>
            <a:picLocks noChangeAspect="1"/>
          </p:cNvPicPr>
          <p:nvPr/>
        </p:nvPicPr>
        <p:blipFill rotWithShape="1">
          <a:blip r:embed="rId2">
            <a:extLst>
              <a:ext uri="{28A0092B-C50C-407E-A947-70E740481C1C}">
                <a14:useLocalDpi xmlns:a14="http://schemas.microsoft.com/office/drawing/2010/main" val="0"/>
              </a:ext>
            </a:extLst>
          </a:blip>
          <a:srcRect r="966"/>
          <a:stretch/>
        </p:blipFill>
        <p:spPr>
          <a:xfrm>
            <a:off x="7679183" y="1380744"/>
            <a:ext cx="4259248" cy="4096512"/>
          </a:xfrm>
          <a:prstGeom prst="rect">
            <a:avLst/>
          </a:prstGeom>
        </p:spPr>
      </p:pic>
    </p:spTree>
    <p:extLst>
      <p:ext uri="{BB962C8B-B14F-4D97-AF65-F5344CB8AC3E}">
        <p14:creationId xmlns:p14="http://schemas.microsoft.com/office/powerpoint/2010/main" val="3748618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DB59B-3D09-80E1-42C6-955636716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D7199-A0D5-ED60-115A-B34EC985E7DD}"/>
              </a:ext>
            </a:extLst>
          </p:cNvPr>
          <p:cNvSpPr>
            <a:spLocks noGrp="1"/>
          </p:cNvSpPr>
          <p:nvPr>
            <p:ph type="title"/>
          </p:nvPr>
        </p:nvSpPr>
        <p:spPr/>
        <p:txBody>
          <a:bodyPr/>
          <a:lstStyle/>
          <a:p>
            <a:r>
              <a:rPr lang="en-GB" dirty="0"/>
              <a:t>Knapsack problem </a:t>
            </a:r>
          </a:p>
        </p:txBody>
      </p:sp>
      <p:sp>
        <p:nvSpPr>
          <p:cNvPr id="3" name="Content Placeholder 2">
            <a:extLst>
              <a:ext uri="{FF2B5EF4-FFF2-40B4-BE49-F238E27FC236}">
                <a16:creationId xmlns:a16="http://schemas.microsoft.com/office/drawing/2014/main" id="{F635DF2A-0F3C-2227-C2CB-ABF17E4F4FD6}"/>
              </a:ext>
            </a:extLst>
          </p:cNvPr>
          <p:cNvSpPr>
            <a:spLocks noGrp="1"/>
          </p:cNvSpPr>
          <p:nvPr>
            <p:ph idx="1"/>
          </p:nvPr>
        </p:nvSpPr>
        <p:spPr>
          <a:xfrm>
            <a:off x="543560" y="1825625"/>
            <a:ext cx="11140440" cy="2284736"/>
          </a:xfrm>
        </p:spPr>
        <p:txBody>
          <a:bodyPr>
            <a:normAutofit fontScale="92500" lnSpcReduction="10000"/>
          </a:bodyPr>
          <a:lstStyle/>
          <a:p>
            <a:pPr algn="just">
              <a:lnSpc>
                <a:spcPct val="100000"/>
              </a:lnSpc>
            </a:pPr>
            <a:r>
              <a:rPr lang="en-GB" sz="2400" dirty="0"/>
              <a:t>Select items with given weights and values to include in a "knapsack" (container) with a maximum weight capacity, aiming to maximize the total value of the chosen items without exceeding the weight limit</a:t>
            </a:r>
          </a:p>
          <a:p>
            <a:pPr algn="just">
              <a:lnSpc>
                <a:spcPct val="100000"/>
              </a:lnSpc>
            </a:pPr>
            <a:r>
              <a:rPr lang="en-GB" sz="2400" dirty="0"/>
              <a:t>We have 5 items. Each item can be either included (1) or not (0) in the knapsack. The knapsack has a weight capacity of 10.</a:t>
            </a:r>
          </a:p>
          <a:p>
            <a:pPr algn="just">
              <a:lnSpc>
                <a:spcPct val="100000"/>
              </a:lnSpc>
            </a:pPr>
            <a:r>
              <a:rPr lang="en-GB" sz="2400" b="1" dirty="0"/>
              <a:t>Goal:</a:t>
            </a:r>
            <a:r>
              <a:rPr lang="en-GB" sz="2400" dirty="0"/>
              <a:t> maximize total value without exceeding weight 10.</a:t>
            </a:r>
          </a:p>
        </p:txBody>
      </p:sp>
      <p:graphicFrame>
        <p:nvGraphicFramePr>
          <p:cNvPr id="8" name="Table 7">
            <a:extLst>
              <a:ext uri="{FF2B5EF4-FFF2-40B4-BE49-F238E27FC236}">
                <a16:creationId xmlns:a16="http://schemas.microsoft.com/office/drawing/2014/main" id="{8BA8C931-337A-41D0-BFF4-0584319A8641}"/>
              </a:ext>
            </a:extLst>
          </p:cNvPr>
          <p:cNvGraphicFramePr>
            <a:graphicFrameLocks noGrp="1"/>
          </p:cNvGraphicFramePr>
          <p:nvPr/>
        </p:nvGraphicFramePr>
        <p:xfrm>
          <a:off x="3425789" y="4451502"/>
          <a:ext cx="2590166" cy="2194560"/>
        </p:xfrm>
        <a:graphic>
          <a:graphicData uri="http://schemas.openxmlformats.org/drawingml/2006/table">
            <a:tbl>
              <a:tblPr/>
              <a:tblGrid>
                <a:gridCol w="719455">
                  <a:extLst>
                    <a:ext uri="{9D8B030D-6E8A-4147-A177-3AD203B41FA5}">
                      <a16:colId xmlns:a16="http://schemas.microsoft.com/office/drawing/2014/main" val="1453403390"/>
                    </a:ext>
                  </a:extLst>
                </a:gridCol>
                <a:gridCol w="1016318">
                  <a:extLst>
                    <a:ext uri="{9D8B030D-6E8A-4147-A177-3AD203B41FA5}">
                      <a16:colId xmlns:a16="http://schemas.microsoft.com/office/drawing/2014/main" val="2968979063"/>
                    </a:ext>
                  </a:extLst>
                </a:gridCol>
                <a:gridCol w="854393">
                  <a:extLst>
                    <a:ext uri="{9D8B030D-6E8A-4147-A177-3AD203B41FA5}">
                      <a16:colId xmlns:a16="http://schemas.microsoft.com/office/drawing/2014/main" val="2386444913"/>
                    </a:ext>
                  </a:extLst>
                </a:gridCol>
              </a:tblGrid>
              <a:tr h="365760">
                <a:tc>
                  <a:txBody>
                    <a:bodyPr/>
                    <a:lstStyle/>
                    <a:p>
                      <a:pPr algn="ctr">
                        <a:buNone/>
                      </a:pPr>
                      <a:r>
                        <a:rPr lang="en-GB" sz="1400" b="1" dirty="0"/>
                        <a:t>Item</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Weight</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Value</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65173233"/>
                  </a:ext>
                </a:extLst>
              </a:tr>
              <a:tr h="365760">
                <a:tc>
                  <a:txBody>
                    <a:bodyPr/>
                    <a:lstStyle/>
                    <a:p>
                      <a:pPr algn="ctr">
                        <a:buNone/>
                      </a:pPr>
                      <a:r>
                        <a:rPr lang="en-GB" sz="1400" dirty="0"/>
                        <a:t>1</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2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20437342"/>
                  </a:ext>
                </a:extLst>
              </a:tr>
              <a:tr h="365760">
                <a:tc>
                  <a:txBody>
                    <a:bodyPr/>
                    <a:lstStyle/>
                    <a:p>
                      <a:pPr algn="ctr">
                        <a:buNone/>
                      </a:pPr>
                      <a:r>
                        <a:rPr lang="en-GB" sz="1400"/>
                        <a:t>2</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15901037"/>
                  </a:ext>
                </a:extLst>
              </a:tr>
              <a:tr h="365760">
                <a:tc>
                  <a:txBody>
                    <a:bodyPr/>
                    <a:lstStyle/>
                    <a:p>
                      <a:pPr algn="ctr">
                        <a:buNone/>
                      </a:pPr>
                      <a:r>
                        <a:rPr lang="en-GB" sz="1400"/>
                        <a:t>3</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674917434"/>
                  </a:ext>
                </a:extLst>
              </a:tr>
              <a:tr h="365760">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5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604722551"/>
                  </a:ext>
                </a:extLst>
              </a:tr>
              <a:tr h="365760">
                <a:tc>
                  <a:txBody>
                    <a:bodyPr/>
                    <a:lstStyle/>
                    <a:p>
                      <a:pPr algn="ctr">
                        <a:buNone/>
                      </a:pPr>
                      <a:r>
                        <a:rPr lang="en-GB" sz="1400" dirty="0"/>
                        <a:t>5</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9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£10</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31533898"/>
                  </a:ext>
                </a:extLst>
              </a:tr>
            </a:tbl>
          </a:graphicData>
        </a:graphic>
      </p:graphicFrame>
      <p:sp>
        <p:nvSpPr>
          <p:cNvPr id="9" name="Cube 8">
            <a:extLst>
              <a:ext uri="{FF2B5EF4-FFF2-40B4-BE49-F238E27FC236}">
                <a16:creationId xmlns:a16="http://schemas.microsoft.com/office/drawing/2014/main" id="{B78AD8E3-940C-14B5-EA35-602E65FF6BFD}"/>
              </a:ext>
            </a:extLst>
          </p:cNvPr>
          <p:cNvSpPr/>
          <p:nvPr/>
        </p:nvSpPr>
        <p:spPr>
          <a:xfrm>
            <a:off x="6643022" y="4708993"/>
            <a:ext cx="550416" cy="43500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GB" dirty="0"/>
              <a:t>1</a:t>
            </a:r>
          </a:p>
        </p:txBody>
      </p:sp>
      <p:sp>
        <p:nvSpPr>
          <p:cNvPr id="10" name="Cube 9">
            <a:extLst>
              <a:ext uri="{FF2B5EF4-FFF2-40B4-BE49-F238E27FC236}">
                <a16:creationId xmlns:a16="http://schemas.microsoft.com/office/drawing/2014/main" id="{8EA92327-683E-129F-9AE7-80E8BE299F80}"/>
              </a:ext>
            </a:extLst>
          </p:cNvPr>
          <p:cNvSpPr/>
          <p:nvPr/>
        </p:nvSpPr>
        <p:spPr>
          <a:xfrm>
            <a:off x="7570046" y="4724740"/>
            <a:ext cx="550416" cy="435006"/>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GB" dirty="0"/>
              <a:t>2</a:t>
            </a:r>
          </a:p>
        </p:txBody>
      </p:sp>
      <p:sp>
        <p:nvSpPr>
          <p:cNvPr id="11" name="Cube 10">
            <a:extLst>
              <a:ext uri="{FF2B5EF4-FFF2-40B4-BE49-F238E27FC236}">
                <a16:creationId xmlns:a16="http://schemas.microsoft.com/office/drawing/2014/main" id="{B533B585-CDE9-4AB9-3C62-77663134F7FF}"/>
              </a:ext>
            </a:extLst>
          </p:cNvPr>
          <p:cNvSpPr/>
          <p:nvPr/>
        </p:nvSpPr>
        <p:spPr>
          <a:xfrm>
            <a:off x="6633978" y="5395595"/>
            <a:ext cx="550416" cy="435006"/>
          </a:xfrm>
          <a:prstGeom prst="cub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dirty="0"/>
              <a:t>3</a:t>
            </a:r>
          </a:p>
        </p:txBody>
      </p:sp>
      <p:sp>
        <p:nvSpPr>
          <p:cNvPr id="12" name="Cube 11">
            <a:extLst>
              <a:ext uri="{FF2B5EF4-FFF2-40B4-BE49-F238E27FC236}">
                <a16:creationId xmlns:a16="http://schemas.microsoft.com/office/drawing/2014/main" id="{536B07C9-ABB2-F939-267E-281B51F4BA4E}"/>
              </a:ext>
            </a:extLst>
          </p:cNvPr>
          <p:cNvSpPr/>
          <p:nvPr/>
        </p:nvSpPr>
        <p:spPr>
          <a:xfrm>
            <a:off x="7619732" y="5411342"/>
            <a:ext cx="550416" cy="435006"/>
          </a:xfrm>
          <a:prstGeom prst="cub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dirty="0"/>
              <a:t>4</a:t>
            </a:r>
          </a:p>
        </p:txBody>
      </p:sp>
      <p:sp>
        <p:nvSpPr>
          <p:cNvPr id="13" name="Cube 12">
            <a:extLst>
              <a:ext uri="{FF2B5EF4-FFF2-40B4-BE49-F238E27FC236}">
                <a16:creationId xmlns:a16="http://schemas.microsoft.com/office/drawing/2014/main" id="{ABD5E0E6-6BCC-B7CC-B12F-E85C1B31E276}"/>
              </a:ext>
            </a:extLst>
          </p:cNvPr>
          <p:cNvSpPr/>
          <p:nvPr/>
        </p:nvSpPr>
        <p:spPr>
          <a:xfrm>
            <a:off x="7069316" y="6057869"/>
            <a:ext cx="550416" cy="435006"/>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dirty="0"/>
              <a:t>5</a:t>
            </a:r>
          </a:p>
        </p:txBody>
      </p:sp>
      <p:grpSp>
        <p:nvGrpSpPr>
          <p:cNvPr id="16" name="Group 15">
            <a:extLst>
              <a:ext uri="{FF2B5EF4-FFF2-40B4-BE49-F238E27FC236}">
                <a16:creationId xmlns:a16="http://schemas.microsoft.com/office/drawing/2014/main" id="{E6908688-2049-6ECB-087F-39DE6874C6FC}"/>
              </a:ext>
            </a:extLst>
          </p:cNvPr>
          <p:cNvGrpSpPr/>
          <p:nvPr/>
        </p:nvGrpSpPr>
        <p:grpSpPr>
          <a:xfrm>
            <a:off x="8802602" y="4617619"/>
            <a:ext cx="1743902" cy="1862326"/>
            <a:chOff x="8802602" y="4617619"/>
            <a:chExt cx="1743902" cy="1862326"/>
          </a:xfrm>
        </p:grpSpPr>
        <p:pic>
          <p:nvPicPr>
            <p:cNvPr id="14" name="Picture 13" descr="A black and white picture of a backpack&#10;&#10;AI-generated content may be incorrect.">
              <a:extLst>
                <a:ext uri="{FF2B5EF4-FFF2-40B4-BE49-F238E27FC236}">
                  <a16:creationId xmlns:a16="http://schemas.microsoft.com/office/drawing/2014/main" id="{AAEFA1EC-2D85-ACB9-7C41-ECD133CD236C}"/>
                </a:ext>
              </a:extLst>
            </p:cNvPr>
            <p:cNvPicPr>
              <a:picLocks noChangeAspect="1"/>
            </p:cNvPicPr>
            <p:nvPr/>
          </p:nvPicPr>
          <p:blipFill>
            <a:blip r:embed="rId2">
              <a:extLst>
                <a:ext uri="{28A0092B-C50C-407E-A947-70E740481C1C}">
                  <a14:useLocalDpi xmlns:a14="http://schemas.microsoft.com/office/drawing/2010/main" val="0"/>
                </a:ext>
              </a:extLst>
            </a:blip>
            <a:srcRect l="40631" t="38468" r="38471" b="15176"/>
            <a:stretch>
              <a:fillRect/>
            </a:stretch>
          </p:blipFill>
          <p:spPr>
            <a:xfrm>
              <a:off x="8802602" y="4617619"/>
              <a:ext cx="1743902" cy="1862326"/>
            </a:xfrm>
            <a:prstGeom prst="rect">
              <a:avLst/>
            </a:prstGeom>
          </p:spPr>
        </p:pic>
        <p:sp>
          <p:nvSpPr>
            <p:cNvPr id="15" name="TextBox 14">
              <a:extLst>
                <a:ext uri="{FF2B5EF4-FFF2-40B4-BE49-F238E27FC236}">
                  <a16:creationId xmlns:a16="http://schemas.microsoft.com/office/drawing/2014/main" id="{335295B0-1E9B-80BC-491C-C00E36BFD37E}"/>
                </a:ext>
              </a:extLst>
            </p:cNvPr>
            <p:cNvSpPr txBox="1"/>
            <p:nvPr/>
          </p:nvSpPr>
          <p:spPr>
            <a:xfrm>
              <a:off x="9266180" y="5906498"/>
              <a:ext cx="816745" cy="368874"/>
            </a:xfrm>
            <a:prstGeom prst="rect">
              <a:avLst/>
            </a:prstGeom>
            <a:noFill/>
          </p:spPr>
          <p:txBody>
            <a:bodyPr wrap="square" rtlCol="0">
              <a:spAutoFit/>
            </a:bodyPr>
            <a:lstStyle/>
            <a:p>
              <a:pPr algn="ctr"/>
              <a:r>
                <a:rPr lang="en-GB" b="1" dirty="0">
                  <a:solidFill>
                    <a:schemeClr val="tx2"/>
                  </a:solidFill>
                </a:rPr>
                <a:t>10 kg</a:t>
              </a:r>
            </a:p>
          </p:txBody>
        </p:sp>
      </p:grpSp>
    </p:spTree>
    <p:extLst>
      <p:ext uri="{BB962C8B-B14F-4D97-AF65-F5344CB8AC3E}">
        <p14:creationId xmlns:p14="http://schemas.microsoft.com/office/powerpoint/2010/main" val="3546482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020A59-69A6-5AF3-7BFC-FE6EC8DC1FDA}"/>
              </a:ext>
            </a:extLst>
          </p:cNvPr>
          <p:cNvSpPr>
            <a:spLocks noGrp="1"/>
          </p:cNvSpPr>
          <p:nvPr>
            <p:ph idx="1"/>
          </p:nvPr>
        </p:nvSpPr>
        <p:spPr>
          <a:xfrm>
            <a:off x="543559" y="1825624"/>
            <a:ext cx="11308129" cy="3428099"/>
          </a:xfrm>
        </p:spPr>
        <p:txBody>
          <a:bodyPr>
            <a:normAutofit lnSpcReduction="10000"/>
          </a:bodyPr>
          <a:lstStyle/>
          <a:p>
            <a:pPr marL="0" indent="0">
              <a:lnSpc>
                <a:spcPct val="150000"/>
              </a:lnSpc>
              <a:buNone/>
            </a:pPr>
            <a:r>
              <a:rPr lang="en-GB" sz="2400" dirty="0">
                <a:solidFill>
                  <a:srgbClr val="D83569"/>
                </a:solidFill>
              </a:rPr>
              <a:t>Binary Encoding </a:t>
            </a:r>
          </a:p>
          <a:p>
            <a:pPr marL="0" indent="0">
              <a:lnSpc>
                <a:spcPct val="150000"/>
              </a:lnSpc>
              <a:buNone/>
            </a:pPr>
            <a:r>
              <a:rPr lang="en-GB" sz="2400" dirty="0"/>
              <a:t>Each individual is a 5-bit string [b</a:t>
            </a:r>
            <a:r>
              <a:rPr lang="en-GB" sz="2400" baseline="-25000" dirty="0"/>
              <a:t>1</a:t>
            </a:r>
            <a:r>
              <a:rPr lang="en-GB" sz="2400" dirty="0"/>
              <a:t> b</a:t>
            </a:r>
            <a:r>
              <a:rPr lang="en-GB" sz="2400" baseline="-25000" dirty="0"/>
              <a:t>2</a:t>
            </a:r>
            <a:r>
              <a:rPr lang="en-GB" sz="2400" dirty="0"/>
              <a:t> b</a:t>
            </a:r>
            <a:r>
              <a:rPr lang="en-GB" sz="2400" baseline="-25000" dirty="0"/>
              <a:t>3</a:t>
            </a:r>
            <a:r>
              <a:rPr lang="en-GB" sz="2400" dirty="0"/>
              <a:t> b</a:t>
            </a:r>
            <a:r>
              <a:rPr lang="en-GB" sz="2400" baseline="-25000" dirty="0"/>
              <a:t>4</a:t>
            </a:r>
            <a:r>
              <a:rPr lang="en-GB" sz="2400" dirty="0"/>
              <a:t> b</a:t>
            </a:r>
            <a:r>
              <a:rPr lang="en-GB" sz="2400" baseline="-25000" dirty="0"/>
              <a:t>5</a:t>
            </a:r>
            <a:r>
              <a:rPr lang="en-GB" sz="2400" dirty="0"/>
              <a:t>], where b</a:t>
            </a:r>
            <a:r>
              <a:rPr lang="en-GB" sz="2400" baseline="-25000" dirty="0"/>
              <a:t>i</a:t>
            </a:r>
            <a:r>
              <a:rPr lang="en-GB" sz="2400" dirty="0"/>
              <a:t> = 1 means we take item </a:t>
            </a:r>
            <a:r>
              <a:rPr lang="en-GB" sz="2400" dirty="0" err="1"/>
              <a:t>i</a:t>
            </a:r>
            <a:r>
              <a:rPr lang="en-GB" sz="2400" dirty="0"/>
              <a:t>.</a:t>
            </a:r>
          </a:p>
          <a:p>
            <a:pPr>
              <a:lnSpc>
                <a:spcPct val="150000"/>
              </a:lnSpc>
            </a:pPr>
            <a:r>
              <a:rPr lang="en-GB" sz="2400" dirty="0"/>
              <a:t>Examples:</a:t>
            </a:r>
          </a:p>
          <a:p>
            <a:pPr lvl="1">
              <a:lnSpc>
                <a:spcPct val="150000"/>
              </a:lnSpc>
            </a:pPr>
            <a:r>
              <a:rPr lang="en-GB" sz="2000" dirty="0"/>
              <a:t>00100 → take only item 3</a:t>
            </a:r>
          </a:p>
          <a:p>
            <a:pPr lvl="1">
              <a:lnSpc>
                <a:spcPct val="150000"/>
              </a:lnSpc>
            </a:pPr>
            <a:r>
              <a:rPr lang="en-GB" sz="2000" dirty="0"/>
              <a:t>01010 → take items 2 and 4</a:t>
            </a:r>
          </a:p>
          <a:p>
            <a:pPr lvl="1">
              <a:lnSpc>
                <a:spcPct val="150000"/>
              </a:lnSpc>
            </a:pPr>
            <a:r>
              <a:rPr lang="en-GB" sz="2000" dirty="0"/>
              <a:t>00110 → take items 3 and 4 </a:t>
            </a:r>
          </a:p>
        </p:txBody>
      </p:sp>
      <p:sp>
        <p:nvSpPr>
          <p:cNvPr id="5" name="Title 1">
            <a:extLst>
              <a:ext uri="{FF2B5EF4-FFF2-40B4-BE49-F238E27FC236}">
                <a16:creationId xmlns:a16="http://schemas.microsoft.com/office/drawing/2014/main" id="{22AB64BA-1B6E-8058-794C-AAE9DDDAE2ED}"/>
              </a:ext>
            </a:extLst>
          </p:cNvPr>
          <p:cNvSpPr>
            <a:spLocks noGrp="1"/>
          </p:cNvSpPr>
          <p:nvPr>
            <p:ph type="title"/>
          </p:nvPr>
        </p:nvSpPr>
        <p:spPr>
          <a:xfrm>
            <a:off x="543560" y="365125"/>
            <a:ext cx="11140440" cy="1325563"/>
          </a:xfrm>
        </p:spPr>
        <p:txBody>
          <a:bodyPr/>
          <a:lstStyle/>
          <a:p>
            <a:r>
              <a:rPr lang="en-GB" dirty="0"/>
              <a:t>Knapsack problem </a:t>
            </a:r>
          </a:p>
        </p:txBody>
      </p:sp>
      <p:pic>
        <p:nvPicPr>
          <p:cNvPr id="7" name="Picture 6" descr="A black and white picture of a backpack&#10;&#10;AI-generated content may be incorrect.">
            <a:extLst>
              <a:ext uri="{FF2B5EF4-FFF2-40B4-BE49-F238E27FC236}">
                <a16:creationId xmlns:a16="http://schemas.microsoft.com/office/drawing/2014/main" id="{5412E865-723C-2D5E-7776-93DE9242E03F}"/>
              </a:ext>
            </a:extLst>
          </p:cNvPr>
          <p:cNvPicPr>
            <a:picLocks noChangeAspect="1"/>
          </p:cNvPicPr>
          <p:nvPr/>
        </p:nvPicPr>
        <p:blipFill>
          <a:blip r:embed="rId3">
            <a:extLst>
              <a:ext uri="{28A0092B-C50C-407E-A947-70E740481C1C}">
                <a14:useLocalDpi xmlns:a14="http://schemas.microsoft.com/office/drawing/2010/main" val="0"/>
              </a:ext>
            </a:extLst>
          </a:blip>
          <a:srcRect l="40631" t="38468" r="38471" b="15176"/>
          <a:stretch>
            <a:fillRect/>
          </a:stretch>
        </p:blipFill>
        <p:spPr>
          <a:xfrm>
            <a:off x="7051894" y="4565108"/>
            <a:ext cx="1743902" cy="1862326"/>
          </a:xfrm>
          <a:prstGeom prst="rect">
            <a:avLst/>
          </a:prstGeom>
        </p:spPr>
      </p:pic>
      <p:graphicFrame>
        <p:nvGraphicFramePr>
          <p:cNvPr id="8" name="Table 7">
            <a:extLst>
              <a:ext uri="{FF2B5EF4-FFF2-40B4-BE49-F238E27FC236}">
                <a16:creationId xmlns:a16="http://schemas.microsoft.com/office/drawing/2014/main" id="{761AEAEF-2248-2172-C039-BC82572ABB61}"/>
              </a:ext>
            </a:extLst>
          </p:cNvPr>
          <p:cNvGraphicFramePr>
            <a:graphicFrameLocks noGrp="1"/>
          </p:cNvGraphicFramePr>
          <p:nvPr>
            <p:extLst>
              <p:ext uri="{D42A27DB-BD31-4B8C-83A1-F6EECF244321}">
                <p14:modId xmlns:p14="http://schemas.microsoft.com/office/powerpoint/2010/main" val="1745264379"/>
              </p:ext>
            </p:extLst>
          </p:nvPr>
        </p:nvGraphicFramePr>
        <p:xfrm>
          <a:off x="8914976" y="4410151"/>
          <a:ext cx="2590166" cy="2194560"/>
        </p:xfrm>
        <a:graphic>
          <a:graphicData uri="http://schemas.openxmlformats.org/drawingml/2006/table">
            <a:tbl>
              <a:tblPr/>
              <a:tblGrid>
                <a:gridCol w="719455">
                  <a:extLst>
                    <a:ext uri="{9D8B030D-6E8A-4147-A177-3AD203B41FA5}">
                      <a16:colId xmlns:a16="http://schemas.microsoft.com/office/drawing/2014/main" val="1453403390"/>
                    </a:ext>
                  </a:extLst>
                </a:gridCol>
                <a:gridCol w="1016318">
                  <a:extLst>
                    <a:ext uri="{9D8B030D-6E8A-4147-A177-3AD203B41FA5}">
                      <a16:colId xmlns:a16="http://schemas.microsoft.com/office/drawing/2014/main" val="2968979063"/>
                    </a:ext>
                  </a:extLst>
                </a:gridCol>
                <a:gridCol w="854393">
                  <a:extLst>
                    <a:ext uri="{9D8B030D-6E8A-4147-A177-3AD203B41FA5}">
                      <a16:colId xmlns:a16="http://schemas.microsoft.com/office/drawing/2014/main" val="2386444913"/>
                    </a:ext>
                  </a:extLst>
                </a:gridCol>
              </a:tblGrid>
              <a:tr h="365760">
                <a:tc>
                  <a:txBody>
                    <a:bodyPr/>
                    <a:lstStyle/>
                    <a:p>
                      <a:pPr algn="ctr">
                        <a:buNone/>
                      </a:pPr>
                      <a:r>
                        <a:rPr lang="en-GB" sz="1400" b="1" dirty="0"/>
                        <a:t>Item</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Weight</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Value</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65173233"/>
                  </a:ext>
                </a:extLst>
              </a:tr>
              <a:tr h="365760">
                <a:tc>
                  <a:txBody>
                    <a:bodyPr/>
                    <a:lstStyle/>
                    <a:p>
                      <a:pPr algn="ctr">
                        <a:buNone/>
                      </a:pPr>
                      <a:r>
                        <a:rPr lang="en-GB" sz="1400" dirty="0"/>
                        <a:t>1</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2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20437342"/>
                  </a:ext>
                </a:extLst>
              </a:tr>
              <a:tr h="365760">
                <a:tc>
                  <a:txBody>
                    <a:bodyPr/>
                    <a:lstStyle/>
                    <a:p>
                      <a:pPr algn="ctr">
                        <a:buNone/>
                      </a:pPr>
                      <a:r>
                        <a:rPr lang="en-GB" sz="1400"/>
                        <a:t>2</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15901037"/>
                  </a:ext>
                </a:extLst>
              </a:tr>
              <a:tr h="365760">
                <a:tc>
                  <a:txBody>
                    <a:bodyPr/>
                    <a:lstStyle/>
                    <a:p>
                      <a:pPr algn="ctr">
                        <a:buNone/>
                      </a:pPr>
                      <a:r>
                        <a:rPr lang="en-GB" sz="1400"/>
                        <a:t>3</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674917434"/>
                  </a:ext>
                </a:extLst>
              </a:tr>
              <a:tr h="365760">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5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604722551"/>
                  </a:ext>
                </a:extLst>
              </a:tr>
              <a:tr h="365760">
                <a:tc>
                  <a:txBody>
                    <a:bodyPr/>
                    <a:lstStyle/>
                    <a:p>
                      <a:pPr algn="ctr">
                        <a:buNone/>
                      </a:pPr>
                      <a:r>
                        <a:rPr lang="en-GB" sz="1400" dirty="0"/>
                        <a:t>5</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9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£10</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31533898"/>
                  </a:ext>
                </a:extLst>
              </a:tr>
            </a:tbl>
          </a:graphicData>
        </a:graphic>
      </p:graphicFrame>
      <p:grpSp>
        <p:nvGrpSpPr>
          <p:cNvPr id="14" name="Group 13">
            <a:extLst>
              <a:ext uri="{FF2B5EF4-FFF2-40B4-BE49-F238E27FC236}">
                <a16:creationId xmlns:a16="http://schemas.microsoft.com/office/drawing/2014/main" id="{BF48DB73-AA02-0050-C3EA-C5AC43208E90}"/>
              </a:ext>
            </a:extLst>
          </p:cNvPr>
          <p:cNvGrpSpPr/>
          <p:nvPr/>
        </p:nvGrpSpPr>
        <p:grpSpPr>
          <a:xfrm>
            <a:off x="5710659" y="4843930"/>
            <a:ext cx="1125244" cy="1489370"/>
            <a:chOff x="6633978" y="4708993"/>
            <a:chExt cx="1536170" cy="1783882"/>
          </a:xfrm>
        </p:grpSpPr>
        <p:sp>
          <p:nvSpPr>
            <p:cNvPr id="9" name="Cube 8">
              <a:extLst>
                <a:ext uri="{FF2B5EF4-FFF2-40B4-BE49-F238E27FC236}">
                  <a16:creationId xmlns:a16="http://schemas.microsoft.com/office/drawing/2014/main" id="{2DF7D9A0-27A1-7889-BE26-DB43E0860771}"/>
                </a:ext>
              </a:extLst>
            </p:cNvPr>
            <p:cNvSpPr/>
            <p:nvPr/>
          </p:nvSpPr>
          <p:spPr>
            <a:xfrm>
              <a:off x="6643022" y="4708993"/>
              <a:ext cx="550416" cy="43500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GB" b="1" dirty="0"/>
                <a:t>1</a:t>
              </a:r>
            </a:p>
          </p:txBody>
        </p:sp>
        <p:sp>
          <p:nvSpPr>
            <p:cNvPr id="10" name="Cube 9">
              <a:extLst>
                <a:ext uri="{FF2B5EF4-FFF2-40B4-BE49-F238E27FC236}">
                  <a16:creationId xmlns:a16="http://schemas.microsoft.com/office/drawing/2014/main" id="{55425B92-969A-9CE0-0F9E-EA2E3CE3F986}"/>
                </a:ext>
              </a:extLst>
            </p:cNvPr>
            <p:cNvSpPr/>
            <p:nvPr/>
          </p:nvSpPr>
          <p:spPr>
            <a:xfrm>
              <a:off x="7570046" y="4724740"/>
              <a:ext cx="550416" cy="435006"/>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2</a:t>
              </a:r>
            </a:p>
          </p:txBody>
        </p:sp>
        <p:sp>
          <p:nvSpPr>
            <p:cNvPr id="11" name="Cube 10">
              <a:extLst>
                <a:ext uri="{FF2B5EF4-FFF2-40B4-BE49-F238E27FC236}">
                  <a16:creationId xmlns:a16="http://schemas.microsoft.com/office/drawing/2014/main" id="{359623F0-1563-B263-10A2-0B30A117DEA0}"/>
                </a:ext>
              </a:extLst>
            </p:cNvPr>
            <p:cNvSpPr/>
            <p:nvPr/>
          </p:nvSpPr>
          <p:spPr>
            <a:xfrm>
              <a:off x="6633978" y="5395595"/>
              <a:ext cx="550416" cy="435006"/>
            </a:xfrm>
            <a:prstGeom prst="cub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b="1" dirty="0"/>
                <a:t>3</a:t>
              </a:r>
            </a:p>
          </p:txBody>
        </p:sp>
        <p:sp>
          <p:nvSpPr>
            <p:cNvPr id="12" name="Cube 11">
              <a:extLst>
                <a:ext uri="{FF2B5EF4-FFF2-40B4-BE49-F238E27FC236}">
                  <a16:creationId xmlns:a16="http://schemas.microsoft.com/office/drawing/2014/main" id="{FCD2632B-26F2-FC06-BCB1-0974368A37A1}"/>
                </a:ext>
              </a:extLst>
            </p:cNvPr>
            <p:cNvSpPr/>
            <p:nvPr/>
          </p:nvSpPr>
          <p:spPr>
            <a:xfrm>
              <a:off x="7619732" y="5411342"/>
              <a:ext cx="550416" cy="435006"/>
            </a:xfrm>
            <a:prstGeom prst="cub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b="1" dirty="0"/>
                <a:t>4</a:t>
              </a:r>
            </a:p>
          </p:txBody>
        </p:sp>
        <p:sp>
          <p:nvSpPr>
            <p:cNvPr id="13" name="Cube 12">
              <a:extLst>
                <a:ext uri="{FF2B5EF4-FFF2-40B4-BE49-F238E27FC236}">
                  <a16:creationId xmlns:a16="http://schemas.microsoft.com/office/drawing/2014/main" id="{7C94BBFB-227F-613A-C5B0-CDCDB0410E0D}"/>
                </a:ext>
              </a:extLst>
            </p:cNvPr>
            <p:cNvSpPr/>
            <p:nvPr/>
          </p:nvSpPr>
          <p:spPr>
            <a:xfrm>
              <a:off x="7069316" y="6057869"/>
              <a:ext cx="550416" cy="435006"/>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b="1" dirty="0"/>
                <a:t>5</a:t>
              </a:r>
            </a:p>
          </p:txBody>
        </p:sp>
      </p:grpSp>
      <p:sp>
        <p:nvSpPr>
          <p:cNvPr id="15" name="TextBox 14">
            <a:extLst>
              <a:ext uri="{FF2B5EF4-FFF2-40B4-BE49-F238E27FC236}">
                <a16:creationId xmlns:a16="http://schemas.microsoft.com/office/drawing/2014/main" id="{28749B51-6FF9-7D85-8438-3FF28C0E2388}"/>
              </a:ext>
            </a:extLst>
          </p:cNvPr>
          <p:cNvSpPr txBox="1"/>
          <p:nvPr/>
        </p:nvSpPr>
        <p:spPr>
          <a:xfrm>
            <a:off x="7483876" y="5836617"/>
            <a:ext cx="816745" cy="368874"/>
          </a:xfrm>
          <a:prstGeom prst="rect">
            <a:avLst/>
          </a:prstGeom>
          <a:noFill/>
        </p:spPr>
        <p:txBody>
          <a:bodyPr wrap="square" rtlCol="0">
            <a:spAutoFit/>
          </a:bodyPr>
          <a:lstStyle/>
          <a:p>
            <a:pPr algn="ctr"/>
            <a:r>
              <a:rPr lang="en-GB" b="1" dirty="0">
                <a:solidFill>
                  <a:schemeClr val="tx2"/>
                </a:solidFill>
              </a:rPr>
              <a:t>10 kg</a:t>
            </a:r>
          </a:p>
        </p:txBody>
      </p:sp>
    </p:spTree>
    <p:extLst>
      <p:ext uri="{BB962C8B-B14F-4D97-AF65-F5344CB8AC3E}">
        <p14:creationId xmlns:p14="http://schemas.microsoft.com/office/powerpoint/2010/main" val="30541439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46994-F7FB-2B3E-1B17-C1CC1B34C1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42B842-34F0-6C97-4524-90B6B23E9AD6}"/>
              </a:ext>
            </a:extLst>
          </p:cNvPr>
          <p:cNvSpPr>
            <a:spLocks noGrp="1"/>
          </p:cNvSpPr>
          <p:nvPr>
            <p:ph idx="1"/>
          </p:nvPr>
        </p:nvSpPr>
        <p:spPr>
          <a:xfrm>
            <a:off x="543560" y="1690688"/>
            <a:ext cx="11140440" cy="4351338"/>
          </a:xfrm>
        </p:spPr>
        <p:txBody>
          <a:bodyPr>
            <a:normAutofit/>
          </a:bodyPr>
          <a:lstStyle/>
          <a:p>
            <a:r>
              <a:rPr lang="en-GB" dirty="0"/>
              <a:t>GA hyperparameters</a:t>
            </a:r>
          </a:p>
          <a:p>
            <a:pPr lvl="1">
              <a:lnSpc>
                <a:spcPct val="150000"/>
              </a:lnSpc>
              <a:buFont typeface="Wingdings" panose="05000000000000000000" pitchFamily="2" charset="2"/>
              <a:buChar char="q"/>
            </a:pPr>
            <a:r>
              <a:rPr lang="en-GB" sz="1800" dirty="0"/>
              <a:t>Population size: </a:t>
            </a:r>
            <a:r>
              <a:rPr lang="en-GB" sz="1800" b="1" dirty="0"/>
              <a:t>6</a:t>
            </a:r>
            <a:endParaRPr lang="en-GB" sz="1800" dirty="0"/>
          </a:p>
          <a:p>
            <a:pPr lvl="1">
              <a:lnSpc>
                <a:spcPct val="150000"/>
              </a:lnSpc>
              <a:buFont typeface="Wingdings" panose="05000000000000000000" pitchFamily="2" charset="2"/>
              <a:buChar char="q"/>
            </a:pPr>
            <a:r>
              <a:rPr lang="en-GB" sz="1800" dirty="0"/>
              <a:t>Selection: </a:t>
            </a:r>
            <a:r>
              <a:rPr lang="en-GB" sz="1800" b="1" dirty="0"/>
              <a:t>tournament (size 2)</a:t>
            </a:r>
            <a:endParaRPr lang="en-GB" sz="1800" dirty="0"/>
          </a:p>
          <a:p>
            <a:pPr lvl="1">
              <a:lnSpc>
                <a:spcPct val="150000"/>
              </a:lnSpc>
              <a:buFont typeface="Wingdings" panose="05000000000000000000" pitchFamily="2" charset="2"/>
              <a:buChar char="q"/>
            </a:pPr>
            <a:r>
              <a:rPr lang="en-GB" sz="1800" dirty="0"/>
              <a:t>Crossover: </a:t>
            </a:r>
            <a:r>
              <a:rPr lang="en-GB" sz="1800" b="1" dirty="0"/>
              <a:t>1-point crossover</a:t>
            </a:r>
            <a:r>
              <a:rPr lang="en-GB" sz="1800" dirty="0"/>
              <a:t> (cut after bit 2)</a:t>
            </a:r>
          </a:p>
          <a:p>
            <a:pPr lvl="1">
              <a:lnSpc>
                <a:spcPct val="150000"/>
              </a:lnSpc>
              <a:buFont typeface="Wingdings" panose="05000000000000000000" pitchFamily="2" charset="2"/>
              <a:buChar char="q"/>
            </a:pPr>
            <a:r>
              <a:rPr lang="en-GB" sz="1800" dirty="0"/>
              <a:t>Mutation: </a:t>
            </a:r>
            <a:r>
              <a:rPr lang="en-GB" sz="1800" b="1" dirty="0"/>
              <a:t>bit-flip</a:t>
            </a:r>
            <a:r>
              <a:rPr lang="en-GB" sz="1800" dirty="0"/>
              <a:t>, probability </a:t>
            </a:r>
          </a:p>
          <a:p>
            <a:pPr lvl="1">
              <a:lnSpc>
                <a:spcPct val="150000"/>
              </a:lnSpc>
              <a:buFont typeface="Wingdings" panose="05000000000000000000" pitchFamily="2" charset="2"/>
              <a:buChar char="q"/>
            </a:pPr>
            <a:r>
              <a:rPr lang="en-GB" sz="1800" dirty="0"/>
              <a:t>Replacement: </a:t>
            </a:r>
            <a:r>
              <a:rPr lang="en-GB" sz="1800" b="1" dirty="0"/>
              <a:t>generational</a:t>
            </a:r>
            <a:r>
              <a:rPr lang="en-GB" sz="1800" dirty="0"/>
              <a:t> (children replace parents)</a:t>
            </a:r>
          </a:p>
          <a:p>
            <a:endParaRPr lang="en-GB" dirty="0"/>
          </a:p>
        </p:txBody>
      </p:sp>
      <p:sp>
        <p:nvSpPr>
          <p:cNvPr id="5" name="Title 1">
            <a:extLst>
              <a:ext uri="{FF2B5EF4-FFF2-40B4-BE49-F238E27FC236}">
                <a16:creationId xmlns:a16="http://schemas.microsoft.com/office/drawing/2014/main" id="{0BA6C489-01BA-0CCC-308B-214AC8CEE328}"/>
              </a:ext>
            </a:extLst>
          </p:cNvPr>
          <p:cNvSpPr>
            <a:spLocks noGrp="1"/>
          </p:cNvSpPr>
          <p:nvPr>
            <p:ph type="title"/>
          </p:nvPr>
        </p:nvSpPr>
        <p:spPr>
          <a:xfrm>
            <a:off x="543560" y="365125"/>
            <a:ext cx="11140440" cy="1325563"/>
          </a:xfrm>
        </p:spPr>
        <p:txBody>
          <a:bodyPr/>
          <a:lstStyle/>
          <a:p>
            <a:r>
              <a:rPr lang="en-GB" dirty="0"/>
              <a:t>Knapsack problem </a:t>
            </a:r>
          </a:p>
        </p:txBody>
      </p:sp>
      <p:pic>
        <p:nvPicPr>
          <p:cNvPr id="2" name="Picture 1" descr="A black and white picture of a backpack&#10;&#10;AI-generated content may be incorrect.">
            <a:extLst>
              <a:ext uri="{FF2B5EF4-FFF2-40B4-BE49-F238E27FC236}">
                <a16:creationId xmlns:a16="http://schemas.microsoft.com/office/drawing/2014/main" id="{32240841-E6EF-4FC0-E7F8-9A83B714620B}"/>
              </a:ext>
            </a:extLst>
          </p:cNvPr>
          <p:cNvPicPr>
            <a:picLocks noChangeAspect="1"/>
          </p:cNvPicPr>
          <p:nvPr/>
        </p:nvPicPr>
        <p:blipFill>
          <a:blip r:embed="rId2">
            <a:extLst>
              <a:ext uri="{28A0092B-C50C-407E-A947-70E740481C1C}">
                <a14:useLocalDpi xmlns:a14="http://schemas.microsoft.com/office/drawing/2010/main" val="0"/>
              </a:ext>
            </a:extLst>
          </a:blip>
          <a:srcRect l="40631" t="38468" r="38471" b="15176"/>
          <a:stretch>
            <a:fillRect/>
          </a:stretch>
        </p:blipFill>
        <p:spPr>
          <a:xfrm>
            <a:off x="7134678" y="4672398"/>
            <a:ext cx="1743902" cy="1862326"/>
          </a:xfrm>
          <a:prstGeom prst="rect">
            <a:avLst/>
          </a:prstGeom>
        </p:spPr>
      </p:pic>
      <p:graphicFrame>
        <p:nvGraphicFramePr>
          <p:cNvPr id="4" name="Table 3">
            <a:extLst>
              <a:ext uri="{FF2B5EF4-FFF2-40B4-BE49-F238E27FC236}">
                <a16:creationId xmlns:a16="http://schemas.microsoft.com/office/drawing/2014/main" id="{99DC901F-B305-386D-8911-EB119D7D4CC3}"/>
              </a:ext>
            </a:extLst>
          </p:cNvPr>
          <p:cNvGraphicFramePr>
            <a:graphicFrameLocks noGrp="1"/>
          </p:cNvGraphicFramePr>
          <p:nvPr>
            <p:extLst>
              <p:ext uri="{D42A27DB-BD31-4B8C-83A1-F6EECF244321}">
                <p14:modId xmlns:p14="http://schemas.microsoft.com/office/powerpoint/2010/main" val="3700375108"/>
              </p:ext>
            </p:extLst>
          </p:nvPr>
        </p:nvGraphicFramePr>
        <p:xfrm>
          <a:off x="8986207" y="4340164"/>
          <a:ext cx="2590166" cy="2194560"/>
        </p:xfrm>
        <a:graphic>
          <a:graphicData uri="http://schemas.openxmlformats.org/drawingml/2006/table">
            <a:tbl>
              <a:tblPr/>
              <a:tblGrid>
                <a:gridCol w="719455">
                  <a:extLst>
                    <a:ext uri="{9D8B030D-6E8A-4147-A177-3AD203B41FA5}">
                      <a16:colId xmlns:a16="http://schemas.microsoft.com/office/drawing/2014/main" val="1453403390"/>
                    </a:ext>
                  </a:extLst>
                </a:gridCol>
                <a:gridCol w="1016318">
                  <a:extLst>
                    <a:ext uri="{9D8B030D-6E8A-4147-A177-3AD203B41FA5}">
                      <a16:colId xmlns:a16="http://schemas.microsoft.com/office/drawing/2014/main" val="2968979063"/>
                    </a:ext>
                  </a:extLst>
                </a:gridCol>
                <a:gridCol w="854393">
                  <a:extLst>
                    <a:ext uri="{9D8B030D-6E8A-4147-A177-3AD203B41FA5}">
                      <a16:colId xmlns:a16="http://schemas.microsoft.com/office/drawing/2014/main" val="2386444913"/>
                    </a:ext>
                  </a:extLst>
                </a:gridCol>
              </a:tblGrid>
              <a:tr h="365760">
                <a:tc>
                  <a:txBody>
                    <a:bodyPr/>
                    <a:lstStyle/>
                    <a:p>
                      <a:pPr algn="ctr">
                        <a:buNone/>
                      </a:pPr>
                      <a:r>
                        <a:rPr lang="en-GB" sz="1400" b="1" dirty="0"/>
                        <a:t>Item</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Weight</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Value</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65173233"/>
                  </a:ext>
                </a:extLst>
              </a:tr>
              <a:tr h="365760">
                <a:tc>
                  <a:txBody>
                    <a:bodyPr/>
                    <a:lstStyle/>
                    <a:p>
                      <a:pPr algn="ctr">
                        <a:buNone/>
                      </a:pPr>
                      <a:r>
                        <a:rPr lang="en-GB" sz="1400" dirty="0"/>
                        <a:t>1</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2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20437342"/>
                  </a:ext>
                </a:extLst>
              </a:tr>
              <a:tr h="365760">
                <a:tc>
                  <a:txBody>
                    <a:bodyPr/>
                    <a:lstStyle/>
                    <a:p>
                      <a:pPr algn="ctr">
                        <a:buNone/>
                      </a:pPr>
                      <a:r>
                        <a:rPr lang="en-GB" sz="1400"/>
                        <a:t>2</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15901037"/>
                  </a:ext>
                </a:extLst>
              </a:tr>
              <a:tr h="365760">
                <a:tc>
                  <a:txBody>
                    <a:bodyPr/>
                    <a:lstStyle/>
                    <a:p>
                      <a:pPr algn="ctr">
                        <a:buNone/>
                      </a:pPr>
                      <a:r>
                        <a:rPr lang="en-GB" sz="1400"/>
                        <a:t>3</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674917434"/>
                  </a:ext>
                </a:extLst>
              </a:tr>
              <a:tr h="365760">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5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604722551"/>
                  </a:ext>
                </a:extLst>
              </a:tr>
              <a:tr h="365760">
                <a:tc>
                  <a:txBody>
                    <a:bodyPr/>
                    <a:lstStyle/>
                    <a:p>
                      <a:pPr algn="ctr">
                        <a:buNone/>
                      </a:pPr>
                      <a:r>
                        <a:rPr lang="en-GB" sz="1400" dirty="0"/>
                        <a:t>5</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9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£10</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31533898"/>
                  </a:ext>
                </a:extLst>
              </a:tr>
            </a:tbl>
          </a:graphicData>
        </a:graphic>
      </p:graphicFrame>
      <p:grpSp>
        <p:nvGrpSpPr>
          <p:cNvPr id="6" name="Group 5">
            <a:extLst>
              <a:ext uri="{FF2B5EF4-FFF2-40B4-BE49-F238E27FC236}">
                <a16:creationId xmlns:a16="http://schemas.microsoft.com/office/drawing/2014/main" id="{FDE97DE5-0A53-CFF9-9BE6-FE2EB8594866}"/>
              </a:ext>
            </a:extLst>
          </p:cNvPr>
          <p:cNvGrpSpPr/>
          <p:nvPr/>
        </p:nvGrpSpPr>
        <p:grpSpPr>
          <a:xfrm>
            <a:off x="5901807" y="4920247"/>
            <a:ext cx="1125244" cy="1489370"/>
            <a:chOff x="6633978" y="4708993"/>
            <a:chExt cx="1536170" cy="1783882"/>
          </a:xfrm>
        </p:grpSpPr>
        <p:sp>
          <p:nvSpPr>
            <p:cNvPr id="7" name="Cube 6">
              <a:extLst>
                <a:ext uri="{FF2B5EF4-FFF2-40B4-BE49-F238E27FC236}">
                  <a16:creationId xmlns:a16="http://schemas.microsoft.com/office/drawing/2014/main" id="{64DEB839-9A25-AE55-56A1-2CC2BF813A62}"/>
                </a:ext>
              </a:extLst>
            </p:cNvPr>
            <p:cNvSpPr/>
            <p:nvPr/>
          </p:nvSpPr>
          <p:spPr>
            <a:xfrm>
              <a:off x="6643022" y="4708993"/>
              <a:ext cx="550416" cy="43500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GB" b="1" dirty="0"/>
                <a:t>1</a:t>
              </a:r>
            </a:p>
          </p:txBody>
        </p:sp>
        <p:sp>
          <p:nvSpPr>
            <p:cNvPr id="8" name="Cube 7">
              <a:extLst>
                <a:ext uri="{FF2B5EF4-FFF2-40B4-BE49-F238E27FC236}">
                  <a16:creationId xmlns:a16="http://schemas.microsoft.com/office/drawing/2014/main" id="{4FFFC3B4-6740-8B8D-3B24-F94ACE6C82A4}"/>
                </a:ext>
              </a:extLst>
            </p:cNvPr>
            <p:cNvSpPr/>
            <p:nvPr/>
          </p:nvSpPr>
          <p:spPr>
            <a:xfrm>
              <a:off x="7570046" y="4724740"/>
              <a:ext cx="550416" cy="435006"/>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2</a:t>
              </a:r>
            </a:p>
          </p:txBody>
        </p:sp>
        <p:sp>
          <p:nvSpPr>
            <p:cNvPr id="9" name="Cube 8">
              <a:extLst>
                <a:ext uri="{FF2B5EF4-FFF2-40B4-BE49-F238E27FC236}">
                  <a16:creationId xmlns:a16="http://schemas.microsoft.com/office/drawing/2014/main" id="{94E4B031-C3C9-0FB6-B8DC-9A59311B206A}"/>
                </a:ext>
              </a:extLst>
            </p:cNvPr>
            <p:cNvSpPr/>
            <p:nvPr/>
          </p:nvSpPr>
          <p:spPr>
            <a:xfrm>
              <a:off x="6633978" y="5395595"/>
              <a:ext cx="550416" cy="435006"/>
            </a:xfrm>
            <a:prstGeom prst="cub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b="1" dirty="0"/>
                <a:t>3</a:t>
              </a:r>
            </a:p>
          </p:txBody>
        </p:sp>
        <p:sp>
          <p:nvSpPr>
            <p:cNvPr id="10" name="Cube 9">
              <a:extLst>
                <a:ext uri="{FF2B5EF4-FFF2-40B4-BE49-F238E27FC236}">
                  <a16:creationId xmlns:a16="http://schemas.microsoft.com/office/drawing/2014/main" id="{01324544-D105-B3CE-F915-F244A1A9E8B7}"/>
                </a:ext>
              </a:extLst>
            </p:cNvPr>
            <p:cNvSpPr/>
            <p:nvPr/>
          </p:nvSpPr>
          <p:spPr>
            <a:xfrm>
              <a:off x="7619732" y="5411342"/>
              <a:ext cx="550416" cy="435006"/>
            </a:xfrm>
            <a:prstGeom prst="cub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b="1" dirty="0"/>
                <a:t>4</a:t>
              </a:r>
            </a:p>
          </p:txBody>
        </p:sp>
        <p:sp>
          <p:nvSpPr>
            <p:cNvPr id="11" name="Cube 10">
              <a:extLst>
                <a:ext uri="{FF2B5EF4-FFF2-40B4-BE49-F238E27FC236}">
                  <a16:creationId xmlns:a16="http://schemas.microsoft.com/office/drawing/2014/main" id="{6590D992-5D88-451E-5163-3A3564B9C629}"/>
                </a:ext>
              </a:extLst>
            </p:cNvPr>
            <p:cNvSpPr/>
            <p:nvPr/>
          </p:nvSpPr>
          <p:spPr>
            <a:xfrm>
              <a:off x="7069316" y="6057869"/>
              <a:ext cx="550416" cy="435006"/>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b="1" dirty="0"/>
                <a:t>5</a:t>
              </a:r>
            </a:p>
          </p:txBody>
        </p:sp>
      </p:grpSp>
    </p:spTree>
    <p:extLst>
      <p:ext uri="{BB962C8B-B14F-4D97-AF65-F5344CB8AC3E}">
        <p14:creationId xmlns:p14="http://schemas.microsoft.com/office/powerpoint/2010/main" val="1748609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915A7-42D6-B03E-8D99-881C6655F82A}"/>
            </a:ext>
          </a:extLst>
        </p:cNvPr>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21AA244E-1D1D-BA26-CCBE-E2F70F5D44E0}"/>
              </a:ext>
            </a:extLst>
          </p:cNvPr>
          <p:cNvGraphicFramePr>
            <a:graphicFrameLocks noGrp="1"/>
          </p:cNvGraphicFramePr>
          <p:nvPr>
            <p:ph idx="1"/>
            <p:extLst>
              <p:ext uri="{D42A27DB-BD31-4B8C-83A1-F6EECF244321}">
                <p14:modId xmlns:p14="http://schemas.microsoft.com/office/powerpoint/2010/main" val="3016718014"/>
              </p:ext>
            </p:extLst>
          </p:nvPr>
        </p:nvGraphicFramePr>
        <p:xfrm>
          <a:off x="542925" y="2466725"/>
          <a:ext cx="6973360" cy="2560320"/>
        </p:xfrm>
        <a:graphic>
          <a:graphicData uri="http://schemas.openxmlformats.org/drawingml/2006/table">
            <a:tbl>
              <a:tblPr/>
              <a:tblGrid>
                <a:gridCol w="462280">
                  <a:extLst>
                    <a:ext uri="{9D8B030D-6E8A-4147-A177-3AD203B41FA5}">
                      <a16:colId xmlns:a16="http://schemas.microsoft.com/office/drawing/2014/main" val="275487007"/>
                    </a:ext>
                  </a:extLst>
                </a:gridCol>
                <a:gridCol w="898843">
                  <a:extLst>
                    <a:ext uri="{9D8B030D-6E8A-4147-A177-3AD203B41FA5}">
                      <a16:colId xmlns:a16="http://schemas.microsoft.com/office/drawing/2014/main" val="15905695"/>
                    </a:ext>
                  </a:extLst>
                </a:gridCol>
                <a:gridCol w="1695768">
                  <a:extLst>
                    <a:ext uri="{9D8B030D-6E8A-4147-A177-3AD203B41FA5}">
                      <a16:colId xmlns:a16="http://schemas.microsoft.com/office/drawing/2014/main" val="2133703967"/>
                    </a:ext>
                  </a:extLst>
                </a:gridCol>
                <a:gridCol w="1016318">
                  <a:extLst>
                    <a:ext uri="{9D8B030D-6E8A-4147-A177-3AD203B41FA5}">
                      <a16:colId xmlns:a16="http://schemas.microsoft.com/office/drawing/2014/main" val="1511186265"/>
                    </a:ext>
                  </a:extLst>
                </a:gridCol>
                <a:gridCol w="1043305">
                  <a:extLst>
                    <a:ext uri="{9D8B030D-6E8A-4147-A177-3AD203B41FA5}">
                      <a16:colId xmlns:a16="http://schemas.microsoft.com/office/drawing/2014/main" val="395342646"/>
                    </a:ext>
                  </a:extLst>
                </a:gridCol>
                <a:gridCol w="1856846">
                  <a:extLst>
                    <a:ext uri="{9D8B030D-6E8A-4147-A177-3AD203B41FA5}">
                      <a16:colId xmlns:a16="http://schemas.microsoft.com/office/drawing/2014/main" val="2475581517"/>
                    </a:ext>
                  </a:extLst>
                </a:gridCol>
              </a:tblGrid>
              <a:tr h="365760">
                <a:tc>
                  <a:txBody>
                    <a:bodyPr/>
                    <a:lstStyle/>
                    <a:p>
                      <a:pPr>
                        <a:buNone/>
                      </a:pPr>
                      <a:r>
                        <a:rPr lang="en-GB" sz="1800" b="1" dirty="0"/>
                        <a:t>ID</a:t>
                      </a:r>
                    </a:p>
                  </a:txBody>
                  <a:tcPr anchor="ctr">
                    <a:lnL>
                      <a:noFill/>
                    </a:lnL>
                    <a:lnR>
                      <a:noFill/>
                    </a:lnR>
                    <a:lnT>
                      <a:noFill/>
                    </a:lnT>
                    <a:lnB>
                      <a:noFill/>
                    </a:lnB>
                    <a:noFill/>
                  </a:tcPr>
                </a:tc>
                <a:tc>
                  <a:txBody>
                    <a:bodyPr/>
                    <a:lstStyle/>
                    <a:p>
                      <a:pPr algn="ctr">
                        <a:buNone/>
                      </a:pPr>
                      <a:r>
                        <a:rPr lang="en-GB" sz="1800" b="1"/>
                        <a:t>Bits</a:t>
                      </a:r>
                      <a:endParaRPr lang="en-GB" sz="1800" b="1" dirty="0"/>
                    </a:p>
                  </a:txBody>
                  <a:tcPr anchor="ctr">
                    <a:lnL>
                      <a:noFill/>
                    </a:lnL>
                    <a:lnR>
                      <a:noFill/>
                    </a:lnR>
                    <a:lnT>
                      <a:noFill/>
                    </a:lnT>
                    <a:lnB>
                      <a:noFill/>
                    </a:lnB>
                    <a:noFill/>
                  </a:tcPr>
                </a:tc>
                <a:tc>
                  <a:txBody>
                    <a:bodyPr/>
                    <a:lstStyle/>
                    <a:p>
                      <a:pPr algn="ctr">
                        <a:buNone/>
                      </a:pPr>
                      <a:r>
                        <a:rPr lang="en-GB" sz="1800" b="1"/>
                        <a:t>Items Chosen</a:t>
                      </a:r>
                      <a:endParaRPr lang="en-GB" sz="1800" b="1" dirty="0"/>
                    </a:p>
                  </a:txBody>
                  <a:tcPr anchor="ctr">
                    <a:lnL>
                      <a:noFill/>
                    </a:lnL>
                    <a:lnR>
                      <a:noFill/>
                    </a:lnR>
                    <a:lnT>
                      <a:noFill/>
                    </a:lnT>
                    <a:lnB>
                      <a:noFill/>
                    </a:lnB>
                    <a:noFill/>
                  </a:tcPr>
                </a:tc>
                <a:tc>
                  <a:txBody>
                    <a:bodyPr/>
                    <a:lstStyle/>
                    <a:p>
                      <a:pPr algn="r">
                        <a:buNone/>
                      </a:pPr>
                      <a:r>
                        <a:rPr lang="en-GB" sz="1800" b="1"/>
                        <a:t>Weight</a:t>
                      </a:r>
                      <a:endParaRPr lang="en-GB" sz="1800" b="1" dirty="0"/>
                    </a:p>
                  </a:txBody>
                  <a:tcPr anchor="ctr">
                    <a:lnL>
                      <a:noFill/>
                    </a:lnL>
                    <a:lnR>
                      <a:noFill/>
                    </a:lnR>
                    <a:lnT>
                      <a:noFill/>
                    </a:lnT>
                    <a:lnB>
                      <a:noFill/>
                    </a:lnB>
                    <a:noFill/>
                  </a:tcPr>
                </a:tc>
                <a:tc>
                  <a:txBody>
                    <a:bodyPr/>
                    <a:lstStyle/>
                    <a:p>
                      <a:pPr algn="r">
                        <a:buNone/>
                      </a:pPr>
                      <a:r>
                        <a:rPr lang="en-GB" sz="1800" b="1"/>
                        <a:t>Value</a:t>
                      </a:r>
                    </a:p>
                  </a:txBody>
                  <a:tcPr anchor="ctr">
                    <a:lnL>
                      <a:noFill/>
                    </a:lnL>
                    <a:lnR>
                      <a:noFill/>
                    </a:lnR>
                    <a:lnT>
                      <a:noFill/>
                    </a:lnT>
                    <a:lnB>
                      <a:noFill/>
                    </a:lnB>
                    <a:noFill/>
                  </a:tcPr>
                </a:tc>
                <a:tc>
                  <a:txBody>
                    <a:bodyPr/>
                    <a:lstStyle/>
                    <a:p>
                      <a:pPr algn="r">
                        <a:buNone/>
                      </a:pPr>
                      <a:r>
                        <a:rPr lang="en-GB" sz="1800" b="1" dirty="0"/>
                        <a:t>Fitness</a:t>
                      </a:r>
                    </a:p>
                  </a:txBody>
                  <a:tcPr anchor="ctr">
                    <a:lnL>
                      <a:noFill/>
                    </a:lnL>
                    <a:lnR>
                      <a:noFill/>
                    </a:lnR>
                    <a:lnT>
                      <a:noFill/>
                    </a:lnT>
                    <a:lnB>
                      <a:noFill/>
                    </a:lnB>
                    <a:noFill/>
                  </a:tcPr>
                </a:tc>
                <a:extLst>
                  <a:ext uri="{0D108BD9-81ED-4DB2-BD59-A6C34878D82A}">
                    <a16:rowId xmlns:a16="http://schemas.microsoft.com/office/drawing/2014/main" val="4123800224"/>
                  </a:ext>
                </a:extLst>
              </a:tr>
              <a:tr h="365760">
                <a:tc>
                  <a:txBody>
                    <a:bodyPr/>
                    <a:lstStyle/>
                    <a:p>
                      <a:pPr>
                        <a:buNone/>
                      </a:pPr>
                      <a:r>
                        <a:rPr lang="en-GB" sz="1800"/>
                        <a:t>A</a:t>
                      </a:r>
                    </a:p>
                  </a:txBody>
                  <a:tcPr anchor="ctr">
                    <a:lnL>
                      <a:noFill/>
                    </a:lnL>
                    <a:lnR>
                      <a:noFill/>
                    </a:lnR>
                    <a:lnT>
                      <a:noFill/>
                    </a:lnT>
                    <a:lnB>
                      <a:noFill/>
                    </a:lnB>
                    <a:noFill/>
                  </a:tcPr>
                </a:tc>
                <a:tc>
                  <a:txBody>
                    <a:bodyPr/>
                    <a:lstStyle/>
                    <a:p>
                      <a:pPr algn="ctr">
                        <a:buNone/>
                      </a:pPr>
                      <a:r>
                        <a:rPr lang="en-GB" sz="1800" dirty="0"/>
                        <a:t>00100</a:t>
                      </a:r>
                    </a:p>
                  </a:txBody>
                  <a:tcPr anchor="ctr">
                    <a:lnL>
                      <a:noFill/>
                    </a:lnL>
                    <a:lnR>
                      <a:noFill/>
                    </a:lnR>
                    <a:lnT>
                      <a:noFill/>
                    </a:lnT>
                    <a:lnB>
                      <a:noFill/>
                    </a:lnB>
                    <a:noFill/>
                  </a:tcPr>
                </a:tc>
                <a:tc>
                  <a:txBody>
                    <a:bodyPr/>
                    <a:lstStyle/>
                    <a:p>
                      <a:pPr algn="ctr">
                        <a:buNone/>
                      </a:pPr>
                      <a:r>
                        <a:rPr lang="en-GB" sz="1800" dirty="0"/>
                        <a:t>{3}</a:t>
                      </a:r>
                    </a:p>
                  </a:txBody>
                  <a:tcPr anchor="ctr">
                    <a:lnL>
                      <a:noFill/>
                    </a:lnL>
                    <a:lnR>
                      <a:noFill/>
                    </a:lnR>
                    <a:lnT>
                      <a:noFill/>
                    </a:lnT>
                    <a:lnB>
                      <a:noFill/>
                    </a:lnB>
                    <a:noFill/>
                  </a:tcPr>
                </a:tc>
                <a:tc>
                  <a:txBody>
                    <a:bodyPr/>
                    <a:lstStyle/>
                    <a:p>
                      <a:pPr algn="r">
                        <a:buNone/>
                      </a:pPr>
                      <a:r>
                        <a:rPr lang="en-GB" sz="1800"/>
                        <a:t>4</a:t>
                      </a:r>
                    </a:p>
                  </a:txBody>
                  <a:tcPr anchor="ctr">
                    <a:lnL>
                      <a:noFill/>
                    </a:lnL>
                    <a:lnR>
                      <a:noFill/>
                    </a:lnR>
                    <a:lnT>
                      <a:noFill/>
                    </a:lnT>
                    <a:lnB>
                      <a:noFill/>
                    </a:lnB>
                    <a:noFill/>
                  </a:tcPr>
                </a:tc>
                <a:tc>
                  <a:txBody>
                    <a:bodyPr/>
                    <a:lstStyle/>
                    <a:p>
                      <a:pPr algn="r">
                        <a:buNone/>
                      </a:pPr>
                      <a:r>
                        <a:rPr lang="en-GB" sz="1800" dirty="0"/>
                        <a:t>8</a:t>
                      </a:r>
                    </a:p>
                  </a:txBody>
                  <a:tcPr anchor="ctr">
                    <a:lnL>
                      <a:noFill/>
                    </a:lnL>
                    <a:lnR>
                      <a:noFill/>
                    </a:lnR>
                    <a:lnT>
                      <a:noFill/>
                    </a:lnT>
                    <a:lnB>
                      <a:noFill/>
                    </a:lnB>
                    <a:noFill/>
                  </a:tcPr>
                </a:tc>
                <a:tc>
                  <a:txBody>
                    <a:bodyPr/>
                    <a:lstStyle/>
                    <a:p>
                      <a:pPr algn="r">
                        <a:buNone/>
                      </a:pPr>
                      <a:r>
                        <a:rPr lang="en-GB" sz="1800" dirty="0"/>
                        <a:t>8</a:t>
                      </a:r>
                    </a:p>
                  </a:txBody>
                  <a:tcPr anchor="ctr">
                    <a:lnL>
                      <a:noFill/>
                    </a:lnL>
                    <a:lnR>
                      <a:noFill/>
                    </a:lnR>
                    <a:lnT>
                      <a:noFill/>
                    </a:lnT>
                    <a:lnB>
                      <a:noFill/>
                    </a:lnB>
                    <a:noFill/>
                  </a:tcPr>
                </a:tc>
                <a:extLst>
                  <a:ext uri="{0D108BD9-81ED-4DB2-BD59-A6C34878D82A}">
                    <a16:rowId xmlns:a16="http://schemas.microsoft.com/office/drawing/2014/main" val="1135420202"/>
                  </a:ext>
                </a:extLst>
              </a:tr>
              <a:tr h="365760">
                <a:tc>
                  <a:txBody>
                    <a:bodyPr/>
                    <a:lstStyle/>
                    <a:p>
                      <a:pPr>
                        <a:buNone/>
                      </a:pPr>
                      <a:r>
                        <a:rPr lang="en-GB" sz="1800"/>
                        <a:t>B</a:t>
                      </a:r>
                    </a:p>
                  </a:txBody>
                  <a:tcPr anchor="ctr">
                    <a:lnL>
                      <a:noFill/>
                    </a:lnL>
                    <a:lnR>
                      <a:noFill/>
                    </a:lnR>
                    <a:lnT>
                      <a:noFill/>
                    </a:lnT>
                    <a:lnB>
                      <a:noFill/>
                    </a:lnB>
                    <a:noFill/>
                  </a:tcPr>
                </a:tc>
                <a:tc>
                  <a:txBody>
                    <a:bodyPr/>
                    <a:lstStyle/>
                    <a:p>
                      <a:pPr algn="ctr">
                        <a:buNone/>
                      </a:pPr>
                      <a:r>
                        <a:rPr lang="en-GB" sz="1800"/>
                        <a:t>00010</a:t>
                      </a:r>
                    </a:p>
                  </a:txBody>
                  <a:tcPr anchor="ctr">
                    <a:lnL>
                      <a:noFill/>
                    </a:lnL>
                    <a:lnR>
                      <a:noFill/>
                    </a:lnR>
                    <a:lnT>
                      <a:noFill/>
                    </a:lnT>
                    <a:lnB>
                      <a:noFill/>
                    </a:lnB>
                    <a:noFill/>
                  </a:tcPr>
                </a:tc>
                <a:tc>
                  <a:txBody>
                    <a:bodyPr/>
                    <a:lstStyle/>
                    <a:p>
                      <a:pPr algn="ctr">
                        <a:buNone/>
                      </a:pPr>
                      <a:r>
                        <a:rPr lang="en-GB" sz="1800"/>
                        <a:t>{4}</a:t>
                      </a:r>
                    </a:p>
                  </a:txBody>
                  <a:tcPr anchor="ctr">
                    <a:lnL>
                      <a:noFill/>
                    </a:lnL>
                    <a:lnR>
                      <a:noFill/>
                    </a:lnR>
                    <a:lnT>
                      <a:noFill/>
                    </a:lnT>
                    <a:lnB>
                      <a:noFill/>
                    </a:lnB>
                    <a:noFill/>
                  </a:tcPr>
                </a:tc>
                <a:tc>
                  <a:txBody>
                    <a:bodyPr/>
                    <a:lstStyle/>
                    <a:p>
                      <a:pPr algn="r">
                        <a:buNone/>
                      </a:pPr>
                      <a:r>
                        <a:rPr lang="en-GB" sz="1800"/>
                        <a:t>5</a:t>
                      </a:r>
                    </a:p>
                  </a:txBody>
                  <a:tcPr anchor="ctr">
                    <a:lnL>
                      <a:noFill/>
                    </a:lnL>
                    <a:lnR>
                      <a:noFill/>
                    </a:lnR>
                    <a:lnT>
                      <a:noFill/>
                    </a:lnT>
                    <a:lnB>
                      <a:noFill/>
                    </a:lnB>
                    <a:noFill/>
                  </a:tcPr>
                </a:tc>
                <a:tc>
                  <a:txBody>
                    <a:bodyPr/>
                    <a:lstStyle/>
                    <a:p>
                      <a:pPr algn="r">
                        <a:buNone/>
                      </a:pPr>
                      <a:r>
                        <a:rPr lang="en-GB" sz="1800"/>
                        <a:t>8</a:t>
                      </a:r>
                    </a:p>
                  </a:txBody>
                  <a:tcPr anchor="ctr">
                    <a:lnL>
                      <a:noFill/>
                    </a:lnL>
                    <a:lnR>
                      <a:noFill/>
                    </a:lnR>
                    <a:lnT>
                      <a:noFill/>
                    </a:lnT>
                    <a:lnB>
                      <a:noFill/>
                    </a:lnB>
                    <a:noFill/>
                  </a:tcPr>
                </a:tc>
                <a:tc>
                  <a:txBody>
                    <a:bodyPr/>
                    <a:lstStyle/>
                    <a:p>
                      <a:pPr algn="r">
                        <a:buNone/>
                      </a:pPr>
                      <a:r>
                        <a:rPr lang="en-GB" sz="1800"/>
                        <a:t>8</a:t>
                      </a:r>
                    </a:p>
                  </a:txBody>
                  <a:tcPr anchor="ctr">
                    <a:lnL>
                      <a:noFill/>
                    </a:lnL>
                    <a:lnR>
                      <a:noFill/>
                    </a:lnR>
                    <a:lnT>
                      <a:noFill/>
                    </a:lnT>
                    <a:lnB>
                      <a:noFill/>
                    </a:lnB>
                    <a:noFill/>
                  </a:tcPr>
                </a:tc>
                <a:extLst>
                  <a:ext uri="{0D108BD9-81ED-4DB2-BD59-A6C34878D82A}">
                    <a16:rowId xmlns:a16="http://schemas.microsoft.com/office/drawing/2014/main" val="420888316"/>
                  </a:ext>
                </a:extLst>
              </a:tr>
              <a:tr h="365760">
                <a:tc>
                  <a:txBody>
                    <a:bodyPr/>
                    <a:lstStyle/>
                    <a:p>
                      <a:pPr>
                        <a:buNone/>
                      </a:pPr>
                      <a:r>
                        <a:rPr lang="en-GB" sz="1800" dirty="0"/>
                        <a:t>C</a:t>
                      </a:r>
                    </a:p>
                  </a:txBody>
                  <a:tcPr anchor="ctr">
                    <a:lnL>
                      <a:noFill/>
                    </a:lnL>
                    <a:lnR>
                      <a:noFill/>
                    </a:lnR>
                    <a:lnT>
                      <a:noFill/>
                    </a:lnT>
                    <a:lnB>
                      <a:noFill/>
                    </a:lnB>
                    <a:noFill/>
                  </a:tcPr>
                </a:tc>
                <a:tc>
                  <a:txBody>
                    <a:bodyPr/>
                    <a:lstStyle/>
                    <a:p>
                      <a:pPr algn="ctr">
                        <a:buNone/>
                      </a:pPr>
                      <a:r>
                        <a:rPr lang="en-GB" sz="1800"/>
                        <a:t>01010</a:t>
                      </a:r>
                    </a:p>
                  </a:txBody>
                  <a:tcPr anchor="ctr">
                    <a:lnL>
                      <a:noFill/>
                    </a:lnL>
                    <a:lnR>
                      <a:noFill/>
                    </a:lnR>
                    <a:lnT>
                      <a:noFill/>
                    </a:lnT>
                    <a:lnB>
                      <a:noFill/>
                    </a:lnB>
                    <a:noFill/>
                  </a:tcPr>
                </a:tc>
                <a:tc>
                  <a:txBody>
                    <a:bodyPr/>
                    <a:lstStyle/>
                    <a:p>
                      <a:pPr algn="ctr">
                        <a:buNone/>
                      </a:pPr>
                      <a:r>
                        <a:rPr lang="en-GB" sz="1800" dirty="0"/>
                        <a:t>{2,4}</a:t>
                      </a:r>
                    </a:p>
                  </a:txBody>
                  <a:tcPr anchor="ctr">
                    <a:lnL>
                      <a:noFill/>
                    </a:lnL>
                    <a:lnR>
                      <a:noFill/>
                    </a:lnR>
                    <a:lnT>
                      <a:noFill/>
                    </a:lnT>
                    <a:lnB>
                      <a:noFill/>
                    </a:lnB>
                    <a:noFill/>
                  </a:tcPr>
                </a:tc>
                <a:tc>
                  <a:txBody>
                    <a:bodyPr/>
                    <a:lstStyle/>
                    <a:p>
                      <a:pPr algn="r">
                        <a:buNone/>
                      </a:pPr>
                      <a:r>
                        <a:rPr lang="en-GB" sz="1800"/>
                        <a:t>3+5=8</a:t>
                      </a:r>
                    </a:p>
                  </a:txBody>
                  <a:tcPr anchor="ctr">
                    <a:lnL>
                      <a:noFill/>
                    </a:lnL>
                    <a:lnR>
                      <a:noFill/>
                    </a:lnR>
                    <a:lnT>
                      <a:noFill/>
                    </a:lnT>
                    <a:lnB>
                      <a:noFill/>
                    </a:lnB>
                    <a:noFill/>
                  </a:tcPr>
                </a:tc>
                <a:tc>
                  <a:txBody>
                    <a:bodyPr/>
                    <a:lstStyle/>
                    <a:p>
                      <a:pPr algn="r">
                        <a:buNone/>
                      </a:pPr>
                      <a:r>
                        <a:rPr lang="en-GB" sz="1800"/>
                        <a:t>4+8=12</a:t>
                      </a:r>
                    </a:p>
                  </a:txBody>
                  <a:tcPr anchor="ctr">
                    <a:lnL>
                      <a:noFill/>
                    </a:lnL>
                    <a:lnR>
                      <a:noFill/>
                    </a:lnR>
                    <a:lnT>
                      <a:noFill/>
                    </a:lnT>
                    <a:lnB>
                      <a:noFill/>
                    </a:lnB>
                    <a:noFill/>
                  </a:tcPr>
                </a:tc>
                <a:tc>
                  <a:txBody>
                    <a:bodyPr/>
                    <a:lstStyle/>
                    <a:p>
                      <a:pPr algn="r">
                        <a:buNone/>
                      </a:pPr>
                      <a:r>
                        <a:rPr lang="en-GB" sz="1800" b="1"/>
                        <a:t>12</a:t>
                      </a:r>
                      <a:endParaRPr lang="en-GB" sz="1800"/>
                    </a:p>
                  </a:txBody>
                  <a:tcPr anchor="ctr">
                    <a:lnL>
                      <a:noFill/>
                    </a:lnL>
                    <a:lnR>
                      <a:noFill/>
                    </a:lnR>
                    <a:lnT>
                      <a:noFill/>
                    </a:lnT>
                    <a:lnB>
                      <a:noFill/>
                    </a:lnB>
                    <a:noFill/>
                  </a:tcPr>
                </a:tc>
                <a:extLst>
                  <a:ext uri="{0D108BD9-81ED-4DB2-BD59-A6C34878D82A}">
                    <a16:rowId xmlns:a16="http://schemas.microsoft.com/office/drawing/2014/main" val="3575613500"/>
                  </a:ext>
                </a:extLst>
              </a:tr>
              <a:tr h="365760">
                <a:tc>
                  <a:txBody>
                    <a:bodyPr/>
                    <a:lstStyle/>
                    <a:p>
                      <a:pPr>
                        <a:buNone/>
                      </a:pPr>
                      <a:r>
                        <a:rPr lang="en-GB" sz="1800"/>
                        <a:t>D</a:t>
                      </a:r>
                    </a:p>
                  </a:txBody>
                  <a:tcPr anchor="ctr">
                    <a:lnL>
                      <a:noFill/>
                    </a:lnL>
                    <a:lnR>
                      <a:noFill/>
                    </a:lnR>
                    <a:lnT>
                      <a:noFill/>
                    </a:lnT>
                    <a:lnB>
                      <a:noFill/>
                    </a:lnB>
                    <a:noFill/>
                  </a:tcPr>
                </a:tc>
                <a:tc>
                  <a:txBody>
                    <a:bodyPr/>
                    <a:lstStyle/>
                    <a:p>
                      <a:pPr algn="ctr">
                        <a:buNone/>
                      </a:pPr>
                      <a:r>
                        <a:rPr lang="en-GB" sz="1800" dirty="0"/>
                        <a:t>00101</a:t>
                      </a:r>
                    </a:p>
                  </a:txBody>
                  <a:tcPr anchor="ctr">
                    <a:lnL>
                      <a:noFill/>
                    </a:lnL>
                    <a:lnR>
                      <a:noFill/>
                    </a:lnR>
                    <a:lnT>
                      <a:noFill/>
                    </a:lnT>
                    <a:lnB>
                      <a:noFill/>
                    </a:lnB>
                    <a:noFill/>
                  </a:tcPr>
                </a:tc>
                <a:tc>
                  <a:txBody>
                    <a:bodyPr/>
                    <a:lstStyle/>
                    <a:p>
                      <a:pPr algn="ctr">
                        <a:buNone/>
                      </a:pPr>
                      <a:r>
                        <a:rPr lang="en-GB" sz="1800"/>
                        <a:t>{3,5}</a:t>
                      </a:r>
                    </a:p>
                  </a:txBody>
                  <a:tcPr anchor="ctr">
                    <a:lnL>
                      <a:noFill/>
                    </a:lnL>
                    <a:lnR>
                      <a:noFill/>
                    </a:lnR>
                    <a:lnT>
                      <a:noFill/>
                    </a:lnT>
                    <a:lnB>
                      <a:noFill/>
                    </a:lnB>
                    <a:noFill/>
                  </a:tcPr>
                </a:tc>
                <a:tc>
                  <a:txBody>
                    <a:bodyPr/>
                    <a:lstStyle/>
                    <a:p>
                      <a:pPr algn="r">
                        <a:buNone/>
                      </a:pPr>
                      <a:r>
                        <a:rPr lang="en-GB" sz="1800"/>
                        <a:t>4+9=13</a:t>
                      </a:r>
                    </a:p>
                  </a:txBody>
                  <a:tcPr anchor="ctr">
                    <a:lnL>
                      <a:noFill/>
                    </a:lnL>
                    <a:lnR>
                      <a:noFill/>
                    </a:lnR>
                    <a:lnT>
                      <a:noFill/>
                    </a:lnT>
                    <a:lnB>
                      <a:noFill/>
                    </a:lnB>
                    <a:noFill/>
                  </a:tcPr>
                </a:tc>
                <a:tc>
                  <a:txBody>
                    <a:bodyPr/>
                    <a:lstStyle/>
                    <a:p>
                      <a:pPr algn="r">
                        <a:buNone/>
                      </a:pPr>
                      <a:r>
                        <a:rPr lang="en-GB" sz="1800"/>
                        <a:t>8+10=18</a:t>
                      </a:r>
                    </a:p>
                  </a:txBody>
                  <a:tcPr anchor="ctr">
                    <a:lnL>
                      <a:noFill/>
                    </a:lnL>
                    <a:lnR>
                      <a:noFill/>
                    </a:lnR>
                    <a:lnT>
                      <a:noFill/>
                    </a:lnT>
                    <a:lnB>
                      <a:noFill/>
                    </a:lnB>
                    <a:noFill/>
                  </a:tcPr>
                </a:tc>
                <a:tc>
                  <a:txBody>
                    <a:bodyPr/>
                    <a:lstStyle/>
                    <a:p>
                      <a:pPr algn="r">
                        <a:buNone/>
                      </a:pPr>
                      <a:r>
                        <a:rPr lang="en-GB" sz="1800" b="0" dirty="0"/>
                        <a:t>0</a:t>
                      </a:r>
                      <a:r>
                        <a:rPr lang="en-GB" sz="1800" dirty="0"/>
                        <a:t> (overweight)</a:t>
                      </a:r>
                    </a:p>
                  </a:txBody>
                  <a:tcPr anchor="ctr">
                    <a:lnL>
                      <a:noFill/>
                    </a:lnL>
                    <a:lnR>
                      <a:noFill/>
                    </a:lnR>
                    <a:lnT>
                      <a:noFill/>
                    </a:lnT>
                    <a:lnB>
                      <a:noFill/>
                    </a:lnB>
                    <a:noFill/>
                  </a:tcPr>
                </a:tc>
                <a:extLst>
                  <a:ext uri="{0D108BD9-81ED-4DB2-BD59-A6C34878D82A}">
                    <a16:rowId xmlns:a16="http://schemas.microsoft.com/office/drawing/2014/main" val="1396729080"/>
                  </a:ext>
                </a:extLst>
              </a:tr>
              <a:tr h="365760">
                <a:tc>
                  <a:txBody>
                    <a:bodyPr/>
                    <a:lstStyle/>
                    <a:p>
                      <a:pPr>
                        <a:buNone/>
                      </a:pPr>
                      <a:r>
                        <a:rPr lang="en-GB" sz="1800"/>
                        <a:t>E</a:t>
                      </a:r>
                    </a:p>
                  </a:txBody>
                  <a:tcPr anchor="ctr">
                    <a:lnL>
                      <a:noFill/>
                    </a:lnL>
                    <a:lnR>
                      <a:noFill/>
                    </a:lnR>
                    <a:lnT>
                      <a:noFill/>
                    </a:lnT>
                    <a:lnB>
                      <a:noFill/>
                    </a:lnB>
                    <a:noFill/>
                  </a:tcPr>
                </a:tc>
                <a:tc>
                  <a:txBody>
                    <a:bodyPr/>
                    <a:lstStyle/>
                    <a:p>
                      <a:pPr algn="ctr">
                        <a:buNone/>
                      </a:pPr>
                      <a:r>
                        <a:rPr lang="en-GB" sz="1800" dirty="0"/>
                        <a:t>10010</a:t>
                      </a:r>
                    </a:p>
                  </a:txBody>
                  <a:tcPr anchor="ctr">
                    <a:lnL>
                      <a:noFill/>
                    </a:lnL>
                    <a:lnR>
                      <a:noFill/>
                    </a:lnR>
                    <a:lnT>
                      <a:noFill/>
                    </a:lnT>
                    <a:lnB>
                      <a:noFill/>
                    </a:lnB>
                    <a:noFill/>
                  </a:tcPr>
                </a:tc>
                <a:tc>
                  <a:txBody>
                    <a:bodyPr/>
                    <a:lstStyle/>
                    <a:p>
                      <a:pPr algn="ctr">
                        <a:buNone/>
                      </a:pPr>
                      <a:r>
                        <a:rPr lang="en-GB" sz="1800" dirty="0"/>
                        <a:t>{1,4}</a:t>
                      </a:r>
                    </a:p>
                  </a:txBody>
                  <a:tcPr anchor="ctr">
                    <a:lnL>
                      <a:noFill/>
                    </a:lnL>
                    <a:lnR>
                      <a:noFill/>
                    </a:lnR>
                    <a:lnT>
                      <a:noFill/>
                    </a:lnT>
                    <a:lnB>
                      <a:noFill/>
                    </a:lnB>
                    <a:noFill/>
                  </a:tcPr>
                </a:tc>
                <a:tc>
                  <a:txBody>
                    <a:bodyPr/>
                    <a:lstStyle/>
                    <a:p>
                      <a:pPr algn="r">
                        <a:buNone/>
                      </a:pPr>
                      <a:r>
                        <a:rPr lang="en-GB" sz="1800"/>
                        <a:t>2+5=7</a:t>
                      </a:r>
                    </a:p>
                  </a:txBody>
                  <a:tcPr anchor="ctr">
                    <a:lnL>
                      <a:noFill/>
                    </a:lnL>
                    <a:lnR>
                      <a:noFill/>
                    </a:lnR>
                    <a:lnT>
                      <a:noFill/>
                    </a:lnT>
                    <a:lnB>
                      <a:noFill/>
                    </a:lnB>
                    <a:noFill/>
                  </a:tcPr>
                </a:tc>
                <a:tc>
                  <a:txBody>
                    <a:bodyPr/>
                    <a:lstStyle/>
                    <a:p>
                      <a:pPr algn="r">
                        <a:buNone/>
                      </a:pPr>
                      <a:r>
                        <a:rPr lang="en-GB" sz="1800"/>
                        <a:t>3+8=11</a:t>
                      </a:r>
                    </a:p>
                  </a:txBody>
                  <a:tcPr anchor="ctr">
                    <a:lnL>
                      <a:noFill/>
                    </a:lnL>
                    <a:lnR>
                      <a:noFill/>
                    </a:lnR>
                    <a:lnT>
                      <a:noFill/>
                    </a:lnT>
                    <a:lnB>
                      <a:noFill/>
                    </a:lnB>
                    <a:noFill/>
                  </a:tcPr>
                </a:tc>
                <a:tc>
                  <a:txBody>
                    <a:bodyPr/>
                    <a:lstStyle/>
                    <a:p>
                      <a:pPr algn="r">
                        <a:buNone/>
                      </a:pPr>
                      <a:r>
                        <a:rPr lang="en-GB" sz="1800" dirty="0"/>
                        <a:t>11</a:t>
                      </a:r>
                    </a:p>
                  </a:txBody>
                  <a:tcPr anchor="ctr">
                    <a:lnL>
                      <a:noFill/>
                    </a:lnL>
                    <a:lnR>
                      <a:noFill/>
                    </a:lnR>
                    <a:lnT>
                      <a:noFill/>
                    </a:lnT>
                    <a:lnB>
                      <a:noFill/>
                    </a:lnB>
                    <a:noFill/>
                  </a:tcPr>
                </a:tc>
                <a:extLst>
                  <a:ext uri="{0D108BD9-81ED-4DB2-BD59-A6C34878D82A}">
                    <a16:rowId xmlns:a16="http://schemas.microsoft.com/office/drawing/2014/main" val="1897071940"/>
                  </a:ext>
                </a:extLst>
              </a:tr>
              <a:tr h="365760">
                <a:tc>
                  <a:txBody>
                    <a:bodyPr/>
                    <a:lstStyle/>
                    <a:p>
                      <a:pPr>
                        <a:buNone/>
                      </a:pPr>
                      <a:r>
                        <a:rPr lang="en-GB" sz="1800"/>
                        <a:t>F</a:t>
                      </a:r>
                    </a:p>
                  </a:txBody>
                  <a:tcPr anchor="ctr">
                    <a:lnL>
                      <a:noFill/>
                    </a:lnL>
                    <a:lnR>
                      <a:noFill/>
                    </a:lnR>
                    <a:lnT>
                      <a:noFill/>
                    </a:lnT>
                    <a:lnB>
                      <a:noFill/>
                    </a:lnB>
                    <a:noFill/>
                  </a:tcPr>
                </a:tc>
                <a:tc>
                  <a:txBody>
                    <a:bodyPr/>
                    <a:lstStyle/>
                    <a:p>
                      <a:pPr algn="ctr">
                        <a:buNone/>
                      </a:pPr>
                      <a:r>
                        <a:rPr lang="en-GB" sz="1800" dirty="0"/>
                        <a:t>10100</a:t>
                      </a:r>
                    </a:p>
                  </a:txBody>
                  <a:tcPr anchor="ctr">
                    <a:lnL>
                      <a:noFill/>
                    </a:lnL>
                    <a:lnR>
                      <a:noFill/>
                    </a:lnR>
                    <a:lnT>
                      <a:noFill/>
                    </a:lnT>
                    <a:lnB>
                      <a:noFill/>
                    </a:lnB>
                    <a:noFill/>
                  </a:tcPr>
                </a:tc>
                <a:tc>
                  <a:txBody>
                    <a:bodyPr/>
                    <a:lstStyle/>
                    <a:p>
                      <a:pPr algn="ctr">
                        <a:buNone/>
                      </a:pPr>
                      <a:r>
                        <a:rPr lang="en-GB" sz="1800" dirty="0"/>
                        <a:t>{1,3}</a:t>
                      </a:r>
                    </a:p>
                  </a:txBody>
                  <a:tcPr anchor="ctr">
                    <a:lnL>
                      <a:noFill/>
                    </a:lnL>
                    <a:lnR>
                      <a:noFill/>
                    </a:lnR>
                    <a:lnT>
                      <a:noFill/>
                    </a:lnT>
                    <a:lnB>
                      <a:noFill/>
                    </a:lnB>
                    <a:noFill/>
                  </a:tcPr>
                </a:tc>
                <a:tc>
                  <a:txBody>
                    <a:bodyPr/>
                    <a:lstStyle/>
                    <a:p>
                      <a:pPr algn="r">
                        <a:buNone/>
                      </a:pPr>
                      <a:r>
                        <a:rPr lang="en-GB" sz="1800"/>
                        <a:t>2+4=6</a:t>
                      </a:r>
                    </a:p>
                  </a:txBody>
                  <a:tcPr anchor="ctr">
                    <a:lnL>
                      <a:noFill/>
                    </a:lnL>
                    <a:lnR>
                      <a:noFill/>
                    </a:lnR>
                    <a:lnT>
                      <a:noFill/>
                    </a:lnT>
                    <a:lnB>
                      <a:noFill/>
                    </a:lnB>
                    <a:noFill/>
                  </a:tcPr>
                </a:tc>
                <a:tc>
                  <a:txBody>
                    <a:bodyPr/>
                    <a:lstStyle/>
                    <a:p>
                      <a:pPr algn="r">
                        <a:buNone/>
                      </a:pPr>
                      <a:r>
                        <a:rPr lang="en-GB" sz="1800"/>
                        <a:t>3+8=11</a:t>
                      </a:r>
                    </a:p>
                  </a:txBody>
                  <a:tcPr anchor="ctr">
                    <a:lnL>
                      <a:noFill/>
                    </a:lnL>
                    <a:lnR>
                      <a:noFill/>
                    </a:lnR>
                    <a:lnT>
                      <a:noFill/>
                    </a:lnT>
                    <a:lnB>
                      <a:noFill/>
                    </a:lnB>
                    <a:noFill/>
                  </a:tcPr>
                </a:tc>
                <a:tc>
                  <a:txBody>
                    <a:bodyPr/>
                    <a:lstStyle/>
                    <a:p>
                      <a:pPr algn="r">
                        <a:buNone/>
                      </a:pPr>
                      <a:r>
                        <a:rPr lang="en-GB" sz="1800" dirty="0"/>
                        <a:t>11</a:t>
                      </a:r>
                    </a:p>
                  </a:txBody>
                  <a:tcPr anchor="ctr">
                    <a:lnL>
                      <a:noFill/>
                    </a:lnL>
                    <a:lnR>
                      <a:noFill/>
                    </a:lnR>
                    <a:lnT>
                      <a:noFill/>
                    </a:lnT>
                    <a:lnB>
                      <a:noFill/>
                    </a:lnB>
                    <a:noFill/>
                  </a:tcPr>
                </a:tc>
                <a:extLst>
                  <a:ext uri="{0D108BD9-81ED-4DB2-BD59-A6C34878D82A}">
                    <a16:rowId xmlns:a16="http://schemas.microsoft.com/office/drawing/2014/main" val="1233888409"/>
                  </a:ext>
                </a:extLst>
              </a:tr>
            </a:tbl>
          </a:graphicData>
        </a:graphic>
      </p:graphicFrame>
      <p:sp>
        <p:nvSpPr>
          <p:cNvPr id="5" name="Title 1">
            <a:extLst>
              <a:ext uri="{FF2B5EF4-FFF2-40B4-BE49-F238E27FC236}">
                <a16:creationId xmlns:a16="http://schemas.microsoft.com/office/drawing/2014/main" id="{6D1AC0A0-F55C-A127-E3F6-2B0FB00174FC}"/>
              </a:ext>
            </a:extLst>
          </p:cNvPr>
          <p:cNvSpPr>
            <a:spLocks noGrp="1"/>
          </p:cNvSpPr>
          <p:nvPr>
            <p:ph type="title"/>
          </p:nvPr>
        </p:nvSpPr>
        <p:spPr>
          <a:xfrm>
            <a:off x="543560" y="365125"/>
            <a:ext cx="11140440" cy="1325563"/>
          </a:xfrm>
        </p:spPr>
        <p:txBody>
          <a:bodyPr/>
          <a:lstStyle/>
          <a:p>
            <a:r>
              <a:rPr lang="en-GB" dirty="0"/>
              <a:t>Knapsack problem </a:t>
            </a:r>
          </a:p>
        </p:txBody>
      </p:sp>
      <p:sp>
        <p:nvSpPr>
          <p:cNvPr id="6" name="TextBox 5">
            <a:extLst>
              <a:ext uri="{FF2B5EF4-FFF2-40B4-BE49-F238E27FC236}">
                <a16:creationId xmlns:a16="http://schemas.microsoft.com/office/drawing/2014/main" id="{CBD83F63-BAFB-FCA9-6F4F-314C6C37B242}"/>
              </a:ext>
            </a:extLst>
          </p:cNvPr>
          <p:cNvSpPr txBox="1"/>
          <p:nvPr/>
        </p:nvSpPr>
        <p:spPr>
          <a:xfrm>
            <a:off x="1601680" y="5632882"/>
            <a:ext cx="6094520" cy="646331"/>
          </a:xfrm>
          <a:prstGeom prst="rect">
            <a:avLst/>
          </a:prstGeom>
          <a:noFill/>
        </p:spPr>
        <p:txBody>
          <a:bodyPr wrap="square">
            <a:spAutoFit/>
          </a:bodyPr>
          <a:lstStyle/>
          <a:p>
            <a:pPr algn="ctr"/>
            <a:r>
              <a:rPr lang="en-GB" b="1" dirty="0"/>
              <a:t>Best in Gen 0:</a:t>
            </a:r>
            <a:r>
              <a:rPr lang="en-GB" dirty="0"/>
              <a:t> (fitness 12)</a:t>
            </a:r>
          </a:p>
          <a:p>
            <a:pPr algn="ctr"/>
            <a:r>
              <a:rPr lang="en-GB" dirty="0"/>
              <a:t>Average fitness: 8.33</a:t>
            </a:r>
          </a:p>
        </p:txBody>
      </p:sp>
      <p:sp>
        <p:nvSpPr>
          <p:cNvPr id="8" name="TextBox 7">
            <a:extLst>
              <a:ext uri="{FF2B5EF4-FFF2-40B4-BE49-F238E27FC236}">
                <a16:creationId xmlns:a16="http://schemas.microsoft.com/office/drawing/2014/main" id="{D335190C-905B-DF52-9951-2AEEE6C4CBD8}"/>
              </a:ext>
            </a:extLst>
          </p:cNvPr>
          <p:cNvSpPr txBox="1"/>
          <p:nvPr/>
        </p:nvSpPr>
        <p:spPr>
          <a:xfrm>
            <a:off x="542925" y="1836579"/>
            <a:ext cx="6094520" cy="369332"/>
          </a:xfrm>
          <a:prstGeom prst="rect">
            <a:avLst/>
          </a:prstGeom>
          <a:noFill/>
        </p:spPr>
        <p:txBody>
          <a:bodyPr wrap="square">
            <a:spAutoFit/>
          </a:bodyPr>
          <a:lstStyle/>
          <a:p>
            <a:r>
              <a:rPr lang="en-GB" b="1" dirty="0"/>
              <a:t>Initial population (Generation 0)</a:t>
            </a:r>
          </a:p>
        </p:txBody>
      </p:sp>
      <p:pic>
        <p:nvPicPr>
          <p:cNvPr id="9" name="Picture 8" descr="A black and white picture of a backpack&#10;&#10;AI-generated content may be incorrect.">
            <a:extLst>
              <a:ext uri="{FF2B5EF4-FFF2-40B4-BE49-F238E27FC236}">
                <a16:creationId xmlns:a16="http://schemas.microsoft.com/office/drawing/2014/main" id="{8D882FFB-EA28-E591-7FBF-4864D469DD37}"/>
              </a:ext>
            </a:extLst>
          </p:cNvPr>
          <p:cNvPicPr>
            <a:picLocks noChangeAspect="1"/>
          </p:cNvPicPr>
          <p:nvPr/>
        </p:nvPicPr>
        <p:blipFill>
          <a:blip r:embed="rId2">
            <a:extLst>
              <a:ext uri="{28A0092B-C50C-407E-A947-70E740481C1C}">
                <a14:useLocalDpi xmlns:a14="http://schemas.microsoft.com/office/drawing/2010/main" val="0"/>
              </a:ext>
            </a:extLst>
          </a:blip>
          <a:srcRect l="40631" t="38468" r="38471" b="15176"/>
          <a:stretch>
            <a:fillRect/>
          </a:stretch>
        </p:blipFill>
        <p:spPr>
          <a:xfrm>
            <a:off x="9718369" y="4912760"/>
            <a:ext cx="1743902" cy="1862326"/>
          </a:xfrm>
          <a:prstGeom prst="rect">
            <a:avLst/>
          </a:prstGeom>
        </p:spPr>
      </p:pic>
      <p:grpSp>
        <p:nvGrpSpPr>
          <p:cNvPr id="11" name="Group 10">
            <a:extLst>
              <a:ext uri="{FF2B5EF4-FFF2-40B4-BE49-F238E27FC236}">
                <a16:creationId xmlns:a16="http://schemas.microsoft.com/office/drawing/2014/main" id="{EDFDC9B7-F4A8-9CDB-F1D7-185B5A5B08BC}"/>
              </a:ext>
            </a:extLst>
          </p:cNvPr>
          <p:cNvGrpSpPr/>
          <p:nvPr/>
        </p:nvGrpSpPr>
        <p:grpSpPr>
          <a:xfrm>
            <a:off x="8522103" y="5253614"/>
            <a:ext cx="1125244" cy="1489370"/>
            <a:chOff x="6633978" y="4708993"/>
            <a:chExt cx="1536170" cy="1783882"/>
          </a:xfrm>
        </p:grpSpPr>
        <p:sp>
          <p:nvSpPr>
            <p:cNvPr id="12" name="Cube 11">
              <a:extLst>
                <a:ext uri="{FF2B5EF4-FFF2-40B4-BE49-F238E27FC236}">
                  <a16:creationId xmlns:a16="http://schemas.microsoft.com/office/drawing/2014/main" id="{7F83CA5B-AA6B-9322-5E62-D20140FD0D3C}"/>
                </a:ext>
              </a:extLst>
            </p:cNvPr>
            <p:cNvSpPr/>
            <p:nvPr/>
          </p:nvSpPr>
          <p:spPr>
            <a:xfrm>
              <a:off x="6643022" y="4708993"/>
              <a:ext cx="550416" cy="43500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GB" b="1" dirty="0"/>
                <a:t>1</a:t>
              </a:r>
            </a:p>
          </p:txBody>
        </p:sp>
        <p:sp>
          <p:nvSpPr>
            <p:cNvPr id="13" name="Cube 12">
              <a:extLst>
                <a:ext uri="{FF2B5EF4-FFF2-40B4-BE49-F238E27FC236}">
                  <a16:creationId xmlns:a16="http://schemas.microsoft.com/office/drawing/2014/main" id="{96A07A23-9164-57C0-A013-94C7F9C0AA79}"/>
                </a:ext>
              </a:extLst>
            </p:cNvPr>
            <p:cNvSpPr/>
            <p:nvPr/>
          </p:nvSpPr>
          <p:spPr>
            <a:xfrm>
              <a:off x="7570046" y="4724740"/>
              <a:ext cx="550416" cy="435006"/>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2</a:t>
              </a:r>
            </a:p>
          </p:txBody>
        </p:sp>
        <p:sp>
          <p:nvSpPr>
            <p:cNvPr id="14" name="Cube 13">
              <a:extLst>
                <a:ext uri="{FF2B5EF4-FFF2-40B4-BE49-F238E27FC236}">
                  <a16:creationId xmlns:a16="http://schemas.microsoft.com/office/drawing/2014/main" id="{58BFA0BF-12B2-67E5-3D9E-6EA6E9A1DE83}"/>
                </a:ext>
              </a:extLst>
            </p:cNvPr>
            <p:cNvSpPr/>
            <p:nvPr/>
          </p:nvSpPr>
          <p:spPr>
            <a:xfrm>
              <a:off x="6633978" y="5395595"/>
              <a:ext cx="550416" cy="435006"/>
            </a:xfrm>
            <a:prstGeom prst="cub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b="1" dirty="0"/>
                <a:t>3</a:t>
              </a:r>
            </a:p>
          </p:txBody>
        </p:sp>
        <p:sp>
          <p:nvSpPr>
            <p:cNvPr id="15" name="Cube 14">
              <a:extLst>
                <a:ext uri="{FF2B5EF4-FFF2-40B4-BE49-F238E27FC236}">
                  <a16:creationId xmlns:a16="http://schemas.microsoft.com/office/drawing/2014/main" id="{086EA900-DF3A-65C5-FE7B-5A9BB7568AAE}"/>
                </a:ext>
              </a:extLst>
            </p:cNvPr>
            <p:cNvSpPr/>
            <p:nvPr/>
          </p:nvSpPr>
          <p:spPr>
            <a:xfrm>
              <a:off x="7619732" y="5411342"/>
              <a:ext cx="550416" cy="435006"/>
            </a:xfrm>
            <a:prstGeom prst="cub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b="1" dirty="0"/>
                <a:t>4</a:t>
              </a:r>
            </a:p>
          </p:txBody>
        </p:sp>
        <p:sp>
          <p:nvSpPr>
            <p:cNvPr id="16" name="Cube 15">
              <a:extLst>
                <a:ext uri="{FF2B5EF4-FFF2-40B4-BE49-F238E27FC236}">
                  <a16:creationId xmlns:a16="http://schemas.microsoft.com/office/drawing/2014/main" id="{7EAEF8E9-C444-7A4A-68DE-10E178D76CD4}"/>
                </a:ext>
              </a:extLst>
            </p:cNvPr>
            <p:cNvSpPr/>
            <p:nvPr/>
          </p:nvSpPr>
          <p:spPr>
            <a:xfrm>
              <a:off x="7069316" y="6057869"/>
              <a:ext cx="550416" cy="435006"/>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b="1" dirty="0"/>
                <a:t>5</a:t>
              </a:r>
            </a:p>
          </p:txBody>
        </p:sp>
      </p:grpSp>
      <p:graphicFrame>
        <p:nvGraphicFramePr>
          <p:cNvPr id="18" name="Table 17">
            <a:extLst>
              <a:ext uri="{FF2B5EF4-FFF2-40B4-BE49-F238E27FC236}">
                <a16:creationId xmlns:a16="http://schemas.microsoft.com/office/drawing/2014/main" id="{5E8072E2-2D88-7BD2-0E57-6C30392C02D3}"/>
              </a:ext>
            </a:extLst>
          </p:cNvPr>
          <p:cNvGraphicFramePr>
            <a:graphicFrameLocks noGrp="1"/>
          </p:cNvGraphicFramePr>
          <p:nvPr>
            <p:extLst>
              <p:ext uri="{D42A27DB-BD31-4B8C-83A1-F6EECF244321}">
                <p14:modId xmlns:p14="http://schemas.microsoft.com/office/powerpoint/2010/main" val="2457395994"/>
              </p:ext>
            </p:extLst>
          </p:nvPr>
        </p:nvGraphicFramePr>
        <p:xfrm>
          <a:off x="8723693" y="2684131"/>
          <a:ext cx="2590166" cy="2194560"/>
        </p:xfrm>
        <a:graphic>
          <a:graphicData uri="http://schemas.openxmlformats.org/drawingml/2006/table">
            <a:tbl>
              <a:tblPr/>
              <a:tblGrid>
                <a:gridCol w="719455">
                  <a:extLst>
                    <a:ext uri="{9D8B030D-6E8A-4147-A177-3AD203B41FA5}">
                      <a16:colId xmlns:a16="http://schemas.microsoft.com/office/drawing/2014/main" val="1453403390"/>
                    </a:ext>
                  </a:extLst>
                </a:gridCol>
                <a:gridCol w="1016318">
                  <a:extLst>
                    <a:ext uri="{9D8B030D-6E8A-4147-A177-3AD203B41FA5}">
                      <a16:colId xmlns:a16="http://schemas.microsoft.com/office/drawing/2014/main" val="2968979063"/>
                    </a:ext>
                  </a:extLst>
                </a:gridCol>
                <a:gridCol w="854393">
                  <a:extLst>
                    <a:ext uri="{9D8B030D-6E8A-4147-A177-3AD203B41FA5}">
                      <a16:colId xmlns:a16="http://schemas.microsoft.com/office/drawing/2014/main" val="2386444913"/>
                    </a:ext>
                  </a:extLst>
                </a:gridCol>
              </a:tblGrid>
              <a:tr h="365760">
                <a:tc>
                  <a:txBody>
                    <a:bodyPr/>
                    <a:lstStyle/>
                    <a:p>
                      <a:pPr algn="ctr">
                        <a:buNone/>
                      </a:pPr>
                      <a:r>
                        <a:rPr lang="en-GB" sz="1400" b="1" dirty="0"/>
                        <a:t>Item</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Weight</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Value</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65173233"/>
                  </a:ext>
                </a:extLst>
              </a:tr>
              <a:tr h="365760">
                <a:tc>
                  <a:txBody>
                    <a:bodyPr/>
                    <a:lstStyle/>
                    <a:p>
                      <a:pPr algn="ctr">
                        <a:buNone/>
                      </a:pPr>
                      <a:r>
                        <a:rPr lang="en-GB" sz="1400" dirty="0"/>
                        <a:t>1</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2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20437342"/>
                  </a:ext>
                </a:extLst>
              </a:tr>
              <a:tr h="365760">
                <a:tc>
                  <a:txBody>
                    <a:bodyPr/>
                    <a:lstStyle/>
                    <a:p>
                      <a:pPr algn="ctr">
                        <a:buNone/>
                      </a:pPr>
                      <a:r>
                        <a:rPr lang="en-GB" sz="1400"/>
                        <a:t>2</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15901037"/>
                  </a:ext>
                </a:extLst>
              </a:tr>
              <a:tr h="365760">
                <a:tc>
                  <a:txBody>
                    <a:bodyPr/>
                    <a:lstStyle/>
                    <a:p>
                      <a:pPr algn="ctr">
                        <a:buNone/>
                      </a:pPr>
                      <a:r>
                        <a:rPr lang="en-GB" sz="1400"/>
                        <a:t>3</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674917434"/>
                  </a:ext>
                </a:extLst>
              </a:tr>
              <a:tr h="365760">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5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604722551"/>
                  </a:ext>
                </a:extLst>
              </a:tr>
              <a:tr h="365760">
                <a:tc>
                  <a:txBody>
                    <a:bodyPr/>
                    <a:lstStyle/>
                    <a:p>
                      <a:pPr algn="ctr">
                        <a:buNone/>
                      </a:pPr>
                      <a:r>
                        <a:rPr lang="en-GB" sz="1400" dirty="0"/>
                        <a:t>5</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9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£10</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31533898"/>
                  </a:ext>
                </a:extLst>
              </a:tr>
            </a:tbl>
          </a:graphicData>
        </a:graphic>
      </p:graphicFrame>
    </p:spTree>
    <p:extLst>
      <p:ext uri="{BB962C8B-B14F-4D97-AF65-F5344CB8AC3E}">
        <p14:creationId xmlns:p14="http://schemas.microsoft.com/office/powerpoint/2010/main" val="571200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EA83-9D23-9BC3-B228-07BAA54E257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77265DF-5A2C-28F7-BF2D-6AC5982AB967}"/>
              </a:ext>
            </a:extLst>
          </p:cNvPr>
          <p:cNvSpPr>
            <a:spLocks noGrp="1"/>
          </p:cNvSpPr>
          <p:nvPr>
            <p:ph type="title"/>
          </p:nvPr>
        </p:nvSpPr>
        <p:spPr>
          <a:xfrm>
            <a:off x="543560" y="365125"/>
            <a:ext cx="11140440" cy="1325563"/>
          </a:xfrm>
        </p:spPr>
        <p:txBody>
          <a:bodyPr/>
          <a:lstStyle/>
          <a:p>
            <a:r>
              <a:rPr lang="en-GB" dirty="0"/>
              <a:t>Knapsack problem </a:t>
            </a:r>
          </a:p>
        </p:txBody>
      </p:sp>
      <p:sp>
        <p:nvSpPr>
          <p:cNvPr id="4" name="Content Placeholder 3">
            <a:extLst>
              <a:ext uri="{FF2B5EF4-FFF2-40B4-BE49-F238E27FC236}">
                <a16:creationId xmlns:a16="http://schemas.microsoft.com/office/drawing/2014/main" id="{E7D9E37B-9326-15D3-C9AD-CA69A14E2CFD}"/>
              </a:ext>
            </a:extLst>
          </p:cNvPr>
          <p:cNvSpPr>
            <a:spLocks noGrp="1"/>
          </p:cNvSpPr>
          <p:nvPr>
            <p:ph idx="1"/>
          </p:nvPr>
        </p:nvSpPr>
        <p:spPr>
          <a:xfrm>
            <a:off x="543560" y="1976858"/>
            <a:ext cx="11140440" cy="3424885"/>
          </a:xfrm>
        </p:spPr>
        <p:txBody>
          <a:bodyPr>
            <a:normAutofit fontScale="62500" lnSpcReduction="20000"/>
          </a:bodyPr>
          <a:lstStyle/>
          <a:p>
            <a:pPr marL="0" indent="0">
              <a:lnSpc>
                <a:spcPct val="120000"/>
              </a:lnSpc>
              <a:buNone/>
            </a:pPr>
            <a:r>
              <a:rPr lang="en-GB" b="1" dirty="0"/>
              <a:t>Selection (tournament size 2)</a:t>
            </a:r>
          </a:p>
          <a:p>
            <a:pPr>
              <a:lnSpc>
                <a:spcPct val="120000"/>
              </a:lnSpc>
            </a:pPr>
            <a:r>
              <a:rPr lang="en-GB" dirty="0"/>
              <a:t>Run 6 mini-tournaments (with replacement) to pick 6 parents, then pair them up for crossover. </a:t>
            </a:r>
          </a:p>
          <a:p>
            <a:pPr lvl="1">
              <a:lnSpc>
                <a:spcPct val="120000"/>
              </a:lnSpc>
            </a:pPr>
            <a:r>
              <a:rPr lang="en-GB" dirty="0"/>
              <a:t>C (12) vs D (0) → </a:t>
            </a:r>
            <a:r>
              <a:rPr lang="en-GB" b="1" dirty="0"/>
              <a:t>C</a:t>
            </a:r>
            <a:endParaRPr lang="en-GB" dirty="0"/>
          </a:p>
          <a:p>
            <a:pPr lvl="1">
              <a:lnSpc>
                <a:spcPct val="120000"/>
              </a:lnSpc>
            </a:pPr>
            <a:r>
              <a:rPr lang="en-GB" dirty="0"/>
              <a:t>E (11) vs A (8) → </a:t>
            </a:r>
            <a:r>
              <a:rPr lang="en-GB" b="1" dirty="0"/>
              <a:t>E</a:t>
            </a:r>
            <a:endParaRPr lang="en-GB" dirty="0"/>
          </a:p>
          <a:p>
            <a:pPr lvl="1">
              <a:lnSpc>
                <a:spcPct val="120000"/>
              </a:lnSpc>
            </a:pPr>
            <a:r>
              <a:rPr lang="en-GB" dirty="0"/>
              <a:t>B (8) vs F (11) → </a:t>
            </a:r>
            <a:r>
              <a:rPr lang="en-GB" b="1" dirty="0"/>
              <a:t>F</a:t>
            </a:r>
            <a:endParaRPr lang="en-GB" dirty="0"/>
          </a:p>
          <a:p>
            <a:pPr lvl="1">
              <a:lnSpc>
                <a:spcPct val="120000"/>
              </a:lnSpc>
            </a:pPr>
            <a:r>
              <a:rPr lang="en-GB" dirty="0"/>
              <a:t>A (8) vs C (12) → </a:t>
            </a:r>
            <a:r>
              <a:rPr lang="en-GB" b="1" dirty="0"/>
              <a:t>C</a:t>
            </a:r>
            <a:endParaRPr lang="en-GB" dirty="0"/>
          </a:p>
          <a:p>
            <a:pPr lvl="1">
              <a:lnSpc>
                <a:spcPct val="120000"/>
              </a:lnSpc>
            </a:pPr>
            <a:r>
              <a:rPr lang="en-GB" dirty="0"/>
              <a:t>B (8) vs E (11) → </a:t>
            </a:r>
            <a:r>
              <a:rPr lang="en-GB" b="1" dirty="0"/>
              <a:t>E</a:t>
            </a:r>
            <a:endParaRPr lang="en-GB" dirty="0"/>
          </a:p>
          <a:p>
            <a:pPr lvl="1">
              <a:lnSpc>
                <a:spcPct val="120000"/>
              </a:lnSpc>
            </a:pPr>
            <a:r>
              <a:rPr lang="en-GB" dirty="0"/>
              <a:t>D (0) vs A (8) → </a:t>
            </a:r>
            <a:r>
              <a:rPr lang="en-GB" b="1" dirty="0"/>
              <a:t>A</a:t>
            </a:r>
            <a:endParaRPr lang="en-GB" dirty="0"/>
          </a:p>
          <a:p>
            <a:pPr>
              <a:lnSpc>
                <a:spcPct val="120000"/>
              </a:lnSpc>
            </a:pPr>
            <a:r>
              <a:rPr lang="en-GB" dirty="0"/>
              <a:t>Parents in order: [C, E, F, C, E, A]</a:t>
            </a:r>
          </a:p>
          <a:p>
            <a:pPr>
              <a:lnSpc>
                <a:spcPct val="120000"/>
              </a:lnSpc>
            </a:pPr>
            <a:r>
              <a:rPr lang="en-GB" dirty="0"/>
              <a:t>We’ll pair them as (C,E), (F,C), (E,A) for crossover.</a:t>
            </a:r>
          </a:p>
          <a:p>
            <a:endParaRPr lang="en-GB" dirty="0"/>
          </a:p>
        </p:txBody>
      </p:sp>
      <p:pic>
        <p:nvPicPr>
          <p:cNvPr id="7" name="Picture 6" descr="A black and white picture of a backpack&#10;&#10;AI-generated content may be incorrect.">
            <a:extLst>
              <a:ext uri="{FF2B5EF4-FFF2-40B4-BE49-F238E27FC236}">
                <a16:creationId xmlns:a16="http://schemas.microsoft.com/office/drawing/2014/main" id="{8BB3ECF5-24FD-ECDB-01B4-10FCC54BAAA2}"/>
              </a:ext>
            </a:extLst>
          </p:cNvPr>
          <p:cNvPicPr>
            <a:picLocks noChangeAspect="1"/>
          </p:cNvPicPr>
          <p:nvPr/>
        </p:nvPicPr>
        <p:blipFill>
          <a:blip r:embed="rId2">
            <a:extLst>
              <a:ext uri="{28A0092B-C50C-407E-A947-70E740481C1C}">
                <a14:useLocalDpi xmlns:a14="http://schemas.microsoft.com/office/drawing/2010/main" val="0"/>
              </a:ext>
            </a:extLst>
          </a:blip>
          <a:srcRect l="40631" t="38468" r="38471" b="15176"/>
          <a:stretch>
            <a:fillRect/>
          </a:stretch>
        </p:blipFill>
        <p:spPr>
          <a:xfrm>
            <a:off x="6404817" y="4987798"/>
            <a:ext cx="1743902" cy="1862326"/>
          </a:xfrm>
          <a:prstGeom prst="rect">
            <a:avLst/>
          </a:prstGeom>
        </p:spPr>
      </p:pic>
      <p:grpSp>
        <p:nvGrpSpPr>
          <p:cNvPr id="9" name="Group 8">
            <a:extLst>
              <a:ext uri="{FF2B5EF4-FFF2-40B4-BE49-F238E27FC236}">
                <a16:creationId xmlns:a16="http://schemas.microsoft.com/office/drawing/2014/main" id="{8C21FA7C-92A2-85E5-5BF6-D85916CC5EF7}"/>
              </a:ext>
            </a:extLst>
          </p:cNvPr>
          <p:cNvGrpSpPr/>
          <p:nvPr/>
        </p:nvGrpSpPr>
        <p:grpSpPr>
          <a:xfrm>
            <a:off x="8228493" y="5174276"/>
            <a:ext cx="1125244" cy="1489370"/>
            <a:chOff x="6633978" y="4708993"/>
            <a:chExt cx="1536170" cy="1783882"/>
          </a:xfrm>
        </p:grpSpPr>
        <p:sp>
          <p:nvSpPr>
            <p:cNvPr id="10" name="Cube 9">
              <a:extLst>
                <a:ext uri="{FF2B5EF4-FFF2-40B4-BE49-F238E27FC236}">
                  <a16:creationId xmlns:a16="http://schemas.microsoft.com/office/drawing/2014/main" id="{0A6E886A-6E99-E9CA-FAE7-03809287E6C1}"/>
                </a:ext>
              </a:extLst>
            </p:cNvPr>
            <p:cNvSpPr/>
            <p:nvPr/>
          </p:nvSpPr>
          <p:spPr>
            <a:xfrm>
              <a:off x="6643022" y="4708993"/>
              <a:ext cx="550416" cy="43500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GB" b="1" dirty="0"/>
                <a:t>1</a:t>
              </a:r>
            </a:p>
          </p:txBody>
        </p:sp>
        <p:sp>
          <p:nvSpPr>
            <p:cNvPr id="11" name="Cube 10">
              <a:extLst>
                <a:ext uri="{FF2B5EF4-FFF2-40B4-BE49-F238E27FC236}">
                  <a16:creationId xmlns:a16="http://schemas.microsoft.com/office/drawing/2014/main" id="{56A54949-C32B-C014-175C-65FDB23B1B2C}"/>
                </a:ext>
              </a:extLst>
            </p:cNvPr>
            <p:cNvSpPr/>
            <p:nvPr/>
          </p:nvSpPr>
          <p:spPr>
            <a:xfrm>
              <a:off x="7570046" y="4724740"/>
              <a:ext cx="550416" cy="435006"/>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2</a:t>
              </a:r>
            </a:p>
          </p:txBody>
        </p:sp>
        <p:sp>
          <p:nvSpPr>
            <p:cNvPr id="12" name="Cube 11">
              <a:extLst>
                <a:ext uri="{FF2B5EF4-FFF2-40B4-BE49-F238E27FC236}">
                  <a16:creationId xmlns:a16="http://schemas.microsoft.com/office/drawing/2014/main" id="{BF9F132C-BB43-530C-4F01-942C36E6735F}"/>
                </a:ext>
              </a:extLst>
            </p:cNvPr>
            <p:cNvSpPr/>
            <p:nvPr/>
          </p:nvSpPr>
          <p:spPr>
            <a:xfrm>
              <a:off x="6633978" y="5395595"/>
              <a:ext cx="550416" cy="435006"/>
            </a:xfrm>
            <a:prstGeom prst="cub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b="1" dirty="0"/>
                <a:t>3</a:t>
              </a:r>
            </a:p>
          </p:txBody>
        </p:sp>
        <p:sp>
          <p:nvSpPr>
            <p:cNvPr id="13" name="Cube 12">
              <a:extLst>
                <a:ext uri="{FF2B5EF4-FFF2-40B4-BE49-F238E27FC236}">
                  <a16:creationId xmlns:a16="http://schemas.microsoft.com/office/drawing/2014/main" id="{2E88F916-DFFD-ACC4-B3AE-CD04AE8459CA}"/>
                </a:ext>
              </a:extLst>
            </p:cNvPr>
            <p:cNvSpPr/>
            <p:nvPr/>
          </p:nvSpPr>
          <p:spPr>
            <a:xfrm>
              <a:off x="7619732" y="5411342"/>
              <a:ext cx="550416" cy="435006"/>
            </a:xfrm>
            <a:prstGeom prst="cub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b="1" dirty="0"/>
                <a:t>4</a:t>
              </a:r>
            </a:p>
          </p:txBody>
        </p:sp>
        <p:sp>
          <p:nvSpPr>
            <p:cNvPr id="14" name="Cube 13">
              <a:extLst>
                <a:ext uri="{FF2B5EF4-FFF2-40B4-BE49-F238E27FC236}">
                  <a16:creationId xmlns:a16="http://schemas.microsoft.com/office/drawing/2014/main" id="{D9A10027-265C-00A4-64E1-0793F08A0BA1}"/>
                </a:ext>
              </a:extLst>
            </p:cNvPr>
            <p:cNvSpPr/>
            <p:nvPr/>
          </p:nvSpPr>
          <p:spPr>
            <a:xfrm>
              <a:off x="7069316" y="6057869"/>
              <a:ext cx="550416" cy="435006"/>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b="1" dirty="0"/>
                <a:t>5</a:t>
              </a:r>
            </a:p>
          </p:txBody>
        </p:sp>
      </p:grpSp>
      <p:graphicFrame>
        <p:nvGraphicFramePr>
          <p:cNvPr id="15" name="Table 14">
            <a:extLst>
              <a:ext uri="{FF2B5EF4-FFF2-40B4-BE49-F238E27FC236}">
                <a16:creationId xmlns:a16="http://schemas.microsoft.com/office/drawing/2014/main" id="{4FC08A95-831C-96AE-71D9-83F026D97B2A}"/>
              </a:ext>
            </a:extLst>
          </p:cNvPr>
          <p:cNvGraphicFramePr>
            <a:graphicFrameLocks noGrp="1"/>
          </p:cNvGraphicFramePr>
          <p:nvPr>
            <p:extLst>
              <p:ext uri="{D42A27DB-BD31-4B8C-83A1-F6EECF244321}">
                <p14:modId xmlns:p14="http://schemas.microsoft.com/office/powerpoint/2010/main" val="1826226442"/>
              </p:ext>
            </p:extLst>
          </p:nvPr>
        </p:nvGraphicFramePr>
        <p:xfrm>
          <a:off x="9403741" y="4590633"/>
          <a:ext cx="2216245" cy="2194560"/>
        </p:xfrm>
        <a:graphic>
          <a:graphicData uri="http://schemas.openxmlformats.org/drawingml/2006/table">
            <a:tbl>
              <a:tblPr/>
              <a:tblGrid>
                <a:gridCol w="616267">
                  <a:extLst>
                    <a:ext uri="{9D8B030D-6E8A-4147-A177-3AD203B41FA5}">
                      <a16:colId xmlns:a16="http://schemas.microsoft.com/office/drawing/2014/main" val="1453403390"/>
                    </a:ext>
                  </a:extLst>
                </a:gridCol>
                <a:gridCol w="854393">
                  <a:extLst>
                    <a:ext uri="{9D8B030D-6E8A-4147-A177-3AD203B41FA5}">
                      <a16:colId xmlns:a16="http://schemas.microsoft.com/office/drawing/2014/main" val="2968979063"/>
                    </a:ext>
                  </a:extLst>
                </a:gridCol>
                <a:gridCol w="745585">
                  <a:extLst>
                    <a:ext uri="{9D8B030D-6E8A-4147-A177-3AD203B41FA5}">
                      <a16:colId xmlns:a16="http://schemas.microsoft.com/office/drawing/2014/main" val="2386444913"/>
                    </a:ext>
                  </a:extLst>
                </a:gridCol>
              </a:tblGrid>
              <a:tr h="365760">
                <a:tc>
                  <a:txBody>
                    <a:bodyPr/>
                    <a:lstStyle/>
                    <a:p>
                      <a:pPr algn="ctr">
                        <a:buNone/>
                      </a:pPr>
                      <a:r>
                        <a:rPr lang="en-GB" sz="1400" b="1" dirty="0"/>
                        <a:t>Item</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Weight</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Value</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65173233"/>
                  </a:ext>
                </a:extLst>
              </a:tr>
              <a:tr h="365760">
                <a:tc>
                  <a:txBody>
                    <a:bodyPr/>
                    <a:lstStyle/>
                    <a:p>
                      <a:pPr algn="ctr">
                        <a:buNone/>
                      </a:pPr>
                      <a:r>
                        <a:rPr lang="en-GB" sz="1400" dirty="0"/>
                        <a:t>1</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2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20437342"/>
                  </a:ext>
                </a:extLst>
              </a:tr>
              <a:tr h="365760">
                <a:tc>
                  <a:txBody>
                    <a:bodyPr/>
                    <a:lstStyle/>
                    <a:p>
                      <a:pPr algn="ctr">
                        <a:buNone/>
                      </a:pPr>
                      <a:r>
                        <a:rPr lang="en-GB" sz="1400" dirty="0"/>
                        <a:t>2</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15901037"/>
                  </a:ext>
                </a:extLst>
              </a:tr>
              <a:tr h="365760">
                <a:tc>
                  <a:txBody>
                    <a:bodyPr/>
                    <a:lstStyle/>
                    <a:p>
                      <a:pPr algn="ctr">
                        <a:buNone/>
                      </a:pPr>
                      <a:r>
                        <a:rPr lang="en-GB" sz="1400"/>
                        <a:t>3</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674917434"/>
                  </a:ext>
                </a:extLst>
              </a:tr>
              <a:tr h="365760">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5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604722551"/>
                  </a:ext>
                </a:extLst>
              </a:tr>
              <a:tr h="365760">
                <a:tc>
                  <a:txBody>
                    <a:bodyPr/>
                    <a:lstStyle/>
                    <a:p>
                      <a:pPr algn="ctr">
                        <a:buNone/>
                      </a:pPr>
                      <a:r>
                        <a:rPr lang="en-GB" sz="1400" dirty="0"/>
                        <a:t>5</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9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£10</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31533898"/>
                  </a:ext>
                </a:extLst>
              </a:tr>
            </a:tbl>
          </a:graphicData>
        </a:graphic>
      </p:graphicFrame>
    </p:spTree>
    <p:extLst>
      <p:ext uri="{BB962C8B-B14F-4D97-AF65-F5344CB8AC3E}">
        <p14:creationId xmlns:p14="http://schemas.microsoft.com/office/powerpoint/2010/main" val="4151821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2E90-031C-0B6C-50A5-5281231CB5C3}"/>
              </a:ext>
            </a:extLst>
          </p:cNvPr>
          <p:cNvSpPr>
            <a:spLocks noGrp="1"/>
          </p:cNvSpPr>
          <p:nvPr>
            <p:ph type="title"/>
          </p:nvPr>
        </p:nvSpPr>
        <p:spPr/>
        <p:txBody>
          <a:bodyPr/>
          <a:lstStyle/>
          <a:p>
            <a:r>
              <a:rPr lang="en-GB" dirty="0"/>
              <a:t>Knapsack problem </a:t>
            </a:r>
          </a:p>
        </p:txBody>
      </p:sp>
      <p:sp>
        <p:nvSpPr>
          <p:cNvPr id="4" name="Rectangle 1">
            <a:extLst>
              <a:ext uri="{FF2B5EF4-FFF2-40B4-BE49-F238E27FC236}">
                <a16:creationId xmlns:a16="http://schemas.microsoft.com/office/drawing/2014/main" id="{ED92F91B-944D-9A64-BE43-B03B27C02074}"/>
              </a:ext>
            </a:extLst>
          </p:cNvPr>
          <p:cNvSpPr>
            <a:spLocks noGrp="1" noChangeArrowheads="1"/>
          </p:cNvSpPr>
          <p:nvPr>
            <p:ph idx="1"/>
          </p:nvPr>
        </p:nvSpPr>
        <p:spPr bwMode="auto">
          <a:xfrm>
            <a:off x="716264" y="1654490"/>
            <a:ext cx="4072828" cy="268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1" i="0" u="none" strike="noStrike" cap="none" normalizeH="0" baseline="0" dirty="0">
                <a:ln>
                  <a:noFill/>
                </a:ln>
                <a:effectLst/>
                <a:latin typeface="Arial" panose="020B0604020202020204" pitchFamily="34" charset="0"/>
              </a:rPr>
              <a:t>Crossover (1-point after bit 2)</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1"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effectLst/>
                <a:latin typeface="Arial" panose="020B0604020202020204" pitchFamily="34" charset="0"/>
              </a:rPr>
              <a:t>Cut position: </a:t>
            </a:r>
            <a:r>
              <a:rPr kumimoji="0" lang="en-US" altLang="en-US" sz="1600" b="0" i="0" u="none" strike="noStrike" cap="none" normalizeH="0" baseline="0" dirty="0">
                <a:ln>
                  <a:noFill/>
                </a:ln>
                <a:effectLst/>
                <a:latin typeface="Arial Unicode MS"/>
              </a:rPr>
              <a:t>b1 b2 | b3 b4 b5</a:t>
            </a:r>
            <a:endParaRPr kumimoji="0" lang="en-US" altLang="en-US" sz="1600" b="0" i="0" u="none" strike="noStrike" cap="none" normalizeH="0" baseline="0" dirty="0">
              <a:ln>
                <a:noFill/>
              </a:ln>
              <a:effectLst/>
            </a:endParaRP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effectLst/>
                <a:latin typeface="Arial" panose="020B0604020202020204" pitchFamily="34" charset="0"/>
              </a:rPr>
              <a:t>C = </a:t>
            </a:r>
            <a:r>
              <a:rPr kumimoji="0" lang="en-US" altLang="en-US" sz="1600" b="0" i="0" u="none" strike="noStrike" cap="none" normalizeH="0" baseline="0" dirty="0">
                <a:ln>
                  <a:noFill/>
                </a:ln>
                <a:effectLst/>
                <a:highlight>
                  <a:srgbClr val="FFFF00"/>
                </a:highlight>
                <a:latin typeface="Arial Unicode MS"/>
              </a:rPr>
              <a:t>01</a:t>
            </a:r>
            <a:r>
              <a:rPr kumimoji="0" lang="en-US" altLang="en-US" sz="1600" b="0" i="0" u="none" strike="noStrike" cap="none" normalizeH="0" baseline="0" dirty="0">
                <a:ln>
                  <a:noFill/>
                </a:ln>
                <a:effectLst/>
                <a:highlight>
                  <a:srgbClr val="00FFFF"/>
                </a:highlight>
                <a:latin typeface="Arial Unicode MS"/>
              </a:rPr>
              <a:t>010</a:t>
            </a:r>
            <a:r>
              <a:rPr kumimoji="0" lang="en-US" altLang="en-US" sz="1600" b="0" i="0" u="none" strike="noStrike" cap="none" normalizeH="0" baseline="0" dirty="0">
                <a:ln>
                  <a:noFill/>
                </a:ln>
                <a:effectLst/>
              </a:rPr>
              <a:t> → left </a:t>
            </a:r>
            <a:r>
              <a:rPr kumimoji="0" lang="en-US" altLang="en-US" sz="1600" b="0" i="0" u="none" strike="noStrike" cap="none" normalizeH="0" baseline="0" dirty="0">
                <a:ln>
                  <a:noFill/>
                </a:ln>
                <a:effectLst/>
                <a:latin typeface="Arial Unicode MS"/>
              </a:rPr>
              <a:t>01</a:t>
            </a:r>
            <a:r>
              <a:rPr kumimoji="0" lang="en-US" altLang="en-US" sz="1600" b="0" i="0" u="none" strike="noStrike" cap="none" normalizeH="0" baseline="0" dirty="0">
                <a:ln>
                  <a:noFill/>
                </a:ln>
                <a:effectLst/>
              </a:rPr>
              <a:t> | right </a:t>
            </a:r>
            <a:r>
              <a:rPr kumimoji="0" lang="en-US" altLang="en-US" sz="1600" b="0" i="0" u="none" strike="noStrike" cap="none" normalizeH="0" baseline="0" dirty="0">
                <a:ln>
                  <a:noFill/>
                </a:ln>
                <a:effectLst/>
                <a:latin typeface="Arial Unicode MS"/>
              </a:rPr>
              <a:t>010</a:t>
            </a:r>
            <a:endParaRPr kumimoji="0" lang="en-US" altLang="en-US" sz="1600" b="0" i="0" u="none" strike="noStrike" cap="none" normalizeH="0" baseline="0" dirty="0">
              <a:ln>
                <a:noFill/>
              </a:ln>
              <a:effectLst/>
            </a:endParaRP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effectLst/>
                <a:latin typeface="Arial" panose="020B0604020202020204" pitchFamily="34" charset="0"/>
              </a:rPr>
              <a:t>E = </a:t>
            </a:r>
            <a:r>
              <a:rPr kumimoji="0" lang="en-US" altLang="en-US" sz="1600" b="0" i="0" u="none" strike="noStrike" cap="none" normalizeH="0" baseline="0" dirty="0">
                <a:ln>
                  <a:noFill/>
                </a:ln>
                <a:effectLst/>
                <a:highlight>
                  <a:srgbClr val="00FFFF"/>
                </a:highlight>
                <a:latin typeface="Arial Unicode MS"/>
              </a:rPr>
              <a:t>10</a:t>
            </a:r>
            <a:r>
              <a:rPr kumimoji="0" lang="en-US" altLang="en-US" sz="1600" b="0" i="0" u="none" strike="noStrike" cap="none" normalizeH="0" baseline="0" dirty="0">
                <a:ln>
                  <a:noFill/>
                </a:ln>
                <a:effectLst/>
                <a:highlight>
                  <a:srgbClr val="FFFF00"/>
                </a:highlight>
                <a:latin typeface="Arial Unicode MS"/>
              </a:rPr>
              <a:t>010</a:t>
            </a:r>
            <a:r>
              <a:rPr kumimoji="0" lang="en-US" altLang="en-US" sz="1600" b="0" i="0" u="none" strike="noStrike" cap="none" normalizeH="0" baseline="0" dirty="0">
                <a:ln>
                  <a:noFill/>
                </a:ln>
                <a:effectLst/>
              </a:rPr>
              <a:t> → left </a:t>
            </a:r>
            <a:r>
              <a:rPr kumimoji="0" lang="en-US" altLang="en-US" sz="1600" b="0" i="0" u="none" strike="noStrike" cap="none" normalizeH="0" baseline="0" dirty="0">
                <a:ln>
                  <a:noFill/>
                </a:ln>
                <a:effectLst/>
                <a:latin typeface="Arial Unicode MS"/>
              </a:rPr>
              <a:t>10</a:t>
            </a:r>
            <a:r>
              <a:rPr kumimoji="0" lang="en-US" altLang="en-US" sz="1600" b="0" i="0" u="none" strike="noStrike" cap="none" normalizeH="0" baseline="0" dirty="0">
                <a:ln>
                  <a:noFill/>
                </a:ln>
                <a:effectLst/>
              </a:rPr>
              <a:t> | right </a:t>
            </a:r>
            <a:r>
              <a:rPr kumimoji="0" lang="en-US" altLang="en-US" sz="1600" b="0" i="0" u="none" strike="noStrike" cap="none" normalizeH="0" baseline="0" dirty="0">
                <a:ln>
                  <a:noFill/>
                </a:ln>
                <a:effectLst/>
                <a:latin typeface="Arial Unicode MS"/>
              </a:rPr>
              <a:t>010</a:t>
            </a:r>
            <a:endParaRPr kumimoji="0" lang="en-US" altLang="en-US" sz="1600" b="0" i="0" u="none" strike="noStrike" cap="none" normalizeH="0" baseline="0" dirty="0">
              <a:ln>
                <a:noFill/>
              </a:ln>
              <a:effectLst/>
            </a:endParaRP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effectLst/>
                <a:latin typeface="Arial" panose="020B0604020202020204" pitchFamily="34" charset="0"/>
              </a:rPr>
              <a:t>F = </a:t>
            </a:r>
            <a:r>
              <a:rPr kumimoji="0" lang="en-US" altLang="en-US" sz="1600" b="0" i="0" u="none" strike="noStrike" cap="none" normalizeH="0" baseline="0" dirty="0">
                <a:ln>
                  <a:noFill/>
                </a:ln>
                <a:effectLst/>
                <a:latin typeface="Arial Unicode MS"/>
              </a:rPr>
              <a:t>10100</a:t>
            </a:r>
            <a:r>
              <a:rPr kumimoji="0" lang="en-US" altLang="en-US" sz="1600" b="0" i="0" u="none" strike="noStrike" cap="none" normalizeH="0" baseline="0" dirty="0">
                <a:ln>
                  <a:noFill/>
                </a:ln>
                <a:effectLst/>
              </a:rPr>
              <a:t> → left </a:t>
            </a:r>
            <a:r>
              <a:rPr kumimoji="0" lang="en-US" altLang="en-US" sz="1600" b="0" i="0" u="none" strike="noStrike" cap="none" normalizeH="0" baseline="0" dirty="0">
                <a:ln>
                  <a:noFill/>
                </a:ln>
                <a:effectLst/>
                <a:latin typeface="Arial Unicode MS"/>
              </a:rPr>
              <a:t>10</a:t>
            </a:r>
            <a:r>
              <a:rPr kumimoji="0" lang="en-US" altLang="en-US" sz="1600" b="0" i="0" u="none" strike="noStrike" cap="none" normalizeH="0" baseline="0" dirty="0">
                <a:ln>
                  <a:noFill/>
                </a:ln>
                <a:effectLst/>
              </a:rPr>
              <a:t> | right </a:t>
            </a:r>
            <a:r>
              <a:rPr kumimoji="0" lang="en-US" altLang="en-US" sz="1600" b="0" i="0" u="none" strike="noStrike" cap="none" normalizeH="0" baseline="0" dirty="0">
                <a:ln>
                  <a:noFill/>
                </a:ln>
                <a:effectLst/>
                <a:latin typeface="Arial Unicode MS"/>
              </a:rPr>
              <a:t>100</a:t>
            </a:r>
            <a:endParaRPr kumimoji="0" lang="en-US" altLang="en-US" sz="1600" b="0" i="0" u="none" strike="noStrike" cap="none" normalizeH="0" baseline="0" dirty="0">
              <a:ln>
                <a:noFill/>
              </a:ln>
              <a:effectLst/>
            </a:endParaRP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effectLst/>
                <a:latin typeface="Arial" panose="020B0604020202020204" pitchFamily="34" charset="0"/>
              </a:rPr>
              <a:t>A = </a:t>
            </a:r>
            <a:r>
              <a:rPr kumimoji="0" lang="en-US" altLang="en-US" sz="1600" b="0" i="0" u="none" strike="noStrike" cap="none" normalizeH="0" baseline="0" dirty="0">
                <a:ln>
                  <a:noFill/>
                </a:ln>
                <a:effectLst/>
                <a:latin typeface="Arial Unicode MS"/>
              </a:rPr>
              <a:t>00100</a:t>
            </a:r>
            <a:r>
              <a:rPr kumimoji="0" lang="en-US" altLang="en-US" sz="1600" b="0" i="0" u="none" strike="noStrike" cap="none" normalizeH="0" baseline="0" dirty="0">
                <a:ln>
                  <a:noFill/>
                </a:ln>
                <a:effectLst/>
              </a:rPr>
              <a:t> → left </a:t>
            </a:r>
            <a:r>
              <a:rPr kumimoji="0" lang="en-US" altLang="en-US" sz="1600" b="0" i="0" u="none" strike="noStrike" cap="none" normalizeH="0" baseline="0" dirty="0">
                <a:ln>
                  <a:noFill/>
                </a:ln>
                <a:effectLst/>
                <a:latin typeface="Arial Unicode MS"/>
              </a:rPr>
              <a:t>00</a:t>
            </a:r>
            <a:r>
              <a:rPr kumimoji="0" lang="en-US" altLang="en-US" sz="1600" b="0" i="0" u="none" strike="noStrike" cap="none" normalizeH="0" baseline="0" dirty="0">
                <a:ln>
                  <a:noFill/>
                </a:ln>
                <a:effectLst/>
              </a:rPr>
              <a:t> | right </a:t>
            </a:r>
            <a:r>
              <a:rPr kumimoji="0" lang="en-US" altLang="en-US" sz="1600" b="0" i="0" u="none" strike="noStrike" cap="none" normalizeH="0" baseline="0" dirty="0">
                <a:ln>
                  <a:noFill/>
                </a:ln>
                <a:effectLst/>
                <a:latin typeface="Arial Unicode MS"/>
              </a:rPr>
              <a:t>100</a:t>
            </a:r>
            <a:endParaRPr kumimoji="0" lang="en-US" altLang="en-US" sz="1600" b="0" i="0" u="none" strike="noStrike" cap="none" normalizeH="0" baseline="0" dirty="0">
              <a:ln>
                <a:noFill/>
              </a:ln>
              <a:effectLst/>
            </a:endParaRPr>
          </a:p>
        </p:txBody>
      </p:sp>
      <p:sp>
        <p:nvSpPr>
          <p:cNvPr id="6" name="TextBox 5">
            <a:extLst>
              <a:ext uri="{FF2B5EF4-FFF2-40B4-BE49-F238E27FC236}">
                <a16:creationId xmlns:a16="http://schemas.microsoft.com/office/drawing/2014/main" id="{FEC47E55-DBCB-9727-61F8-F1CD2D0E59C2}"/>
              </a:ext>
            </a:extLst>
          </p:cNvPr>
          <p:cNvSpPr txBox="1"/>
          <p:nvPr/>
        </p:nvSpPr>
        <p:spPr>
          <a:xfrm>
            <a:off x="5790461" y="1862239"/>
            <a:ext cx="4614168" cy="3372590"/>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tx1">
                    <a:lumMod val="65000"/>
                    <a:lumOff val="35000"/>
                  </a:schemeClr>
                </a:solidFill>
                <a:effectLst/>
                <a:latin typeface="Arial" panose="020B0604020202020204" pitchFamily="34" charset="0"/>
              </a:rPr>
              <a:t>Pair 1:</a:t>
            </a: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 (C, E)</a:t>
            </a: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Child 1 = </a:t>
            </a:r>
            <a:r>
              <a:rPr kumimoji="0" lang="en-US" altLang="en-US" sz="1600" b="0" i="0" u="none" strike="noStrike" cap="none" normalizeH="0" baseline="0" dirty="0">
                <a:ln>
                  <a:noFill/>
                </a:ln>
                <a:solidFill>
                  <a:schemeClr val="tx1">
                    <a:lumMod val="65000"/>
                    <a:lumOff val="35000"/>
                  </a:schemeClr>
                </a:solidFill>
                <a:effectLst/>
                <a:latin typeface="Arial Unicode MS"/>
              </a:rPr>
              <a:t>01</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010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highlight>
                  <a:srgbClr val="FFFF00"/>
                </a:highlight>
                <a:latin typeface="Arial Unicode MS"/>
              </a:rPr>
              <a:t>01010</a:t>
            </a:r>
            <a:r>
              <a:rPr kumimoji="0" lang="en-US" altLang="en-US" sz="1600" b="0" i="0" u="none" strike="noStrike" cap="none" normalizeH="0" baseline="0" dirty="0">
                <a:ln>
                  <a:noFill/>
                </a:ln>
                <a:solidFill>
                  <a:schemeClr val="tx1">
                    <a:lumMod val="65000"/>
                    <a:lumOff val="35000"/>
                  </a:schemeClr>
                </a:solidFill>
                <a:effectLst/>
              </a:rPr>
              <a:t> </a:t>
            </a:r>
            <a:endPar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endParaRP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Child 2 = </a:t>
            </a:r>
            <a:r>
              <a:rPr kumimoji="0" lang="en-US" altLang="en-US" sz="1600" b="0" i="0" u="none" strike="noStrike" cap="none" normalizeH="0" baseline="0" dirty="0">
                <a:ln>
                  <a:noFill/>
                </a:ln>
                <a:solidFill>
                  <a:schemeClr val="tx1">
                    <a:lumMod val="65000"/>
                    <a:lumOff val="35000"/>
                  </a:schemeClr>
                </a:solidFill>
                <a:effectLst/>
                <a:latin typeface="Arial Unicode MS"/>
              </a:rPr>
              <a:t>10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010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highlight>
                  <a:srgbClr val="00FFFF"/>
                </a:highlight>
                <a:latin typeface="Arial Unicode MS"/>
              </a:rPr>
              <a:t>10010</a:t>
            </a:r>
            <a:r>
              <a:rPr kumimoji="0" lang="en-US" altLang="en-US" sz="1600" b="0" i="0" u="none" strike="noStrike" cap="none" normalizeH="0" baseline="0" dirty="0">
                <a:ln>
                  <a:noFill/>
                </a:ln>
                <a:solidFill>
                  <a:schemeClr val="tx1">
                    <a:lumMod val="65000"/>
                    <a:lumOff val="35000"/>
                  </a:schemeClr>
                </a:solidFill>
                <a:effectLst/>
              </a:rPr>
              <a:t> </a:t>
            </a:r>
            <a:endPar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tx1">
                    <a:lumMod val="65000"/>
                    <a:lumOff val="35000"/>
                  </a:schemeClr>
                </a:solidFill>
                <a:effectLst/>
                <a:latin typeface="Arial" panose="020B0604020202020204" pitchFamily="34" charset="0"/>
              </a:rPr>
              <a:t>Pair 2:</a:t>
            </a: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 (F, C)</a:t>
            </a: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Child 3 = </a:t>
            </a:r>
            <a:r>
              <a:rPr kumimoji="0" lang="en-US" altLang="en-US" sz="1600" b="0" i="0" u="none" strike="noStrike" cap="none" normalizeH="0" baseline="0" dirty="0">
                <a:ln>
                  <a:noFill/>
                </a:ln>
                <a:solidFill>
                  <a:schemeClr val="tx1">
                    <a:lumMod val="65000"/>
                    <a:lumOff val="35000"/>
                  </a:schemeClr>
                </a:solidFill>
                <a:effectLst/>
                <a:latin typeface="Arial Unicode MS"/>
              </a:rPr>
              <a:t>10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010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10010</a:t>
            </a:r>
            <a:r>
              <a:rPr kumimoji="0" lang="en-US" altLang="en-US" sz="1600" b="0" i="0" u="none" strike="noStrike" cap="none" normalizeH="0" baseline="0" dirty="0">
                <a:ln>
                  <a:noFill/>
                </a:ln>
                <a:solidFill>
                  <a:schemeClr val="tx1">
                    <a:lumMod val="65000"/>
                    <a:lumOff val="35000"/>
                  </a:schemeClr>
                </a:solidFill>
                <a:effectLst/>
              </a:rPr>
              <a:t> </a:t>
            </a:r>
            <a:endPar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endParaRP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Child 4 = </a:t>
            </a:r>
            <a:r>
              <a:rPr kumimoji="0" lang="en-US" altLang="en-US" sz="1600" b="0" i="0" u="none" strike="noStrike" cap="none" normalizeH="0" baseline="0" dirty="0">
                <a:ln>
                  <a:noFill/>
                </a:ln>
                <a:solidFill>
                  <a:schemeClr val="tx1">
                    <a:lumMod val="65000"/>
                    <a:lumOff val="35000"/>
                  </a:schemeClr>
                </a:solidFill>
                <a:effectLst/>
                <a:latin typeface="Arial Unicode MS"/>
              </a:rPr>
              <a:t>01</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100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01100</a:t>
            </a:r>
            <a:r>
              <a:rPr kumimoji="0" lang="en-US" altLang="en-US" sz="1600" b="0" i="0" u="none" strike="noStrike" cap="none" normalizeH="0" baseline="0" dirty="0">
                <a:ln>
                  <a:noFill/>
                </a:ln>
                <a:solidFill>
                  <a:schemeClr val="tx1">
                    <a:lumMod val="65000"/>
                    <a:lumOff val="35000"/>
                  </a:schemeClr>
                </a:solidFill>
                <a:effectLst/>
              </a:rPr>
              <a:t> </a:t>
            </a:r>
            <a:endPar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tx1">
                    <a:lumMod val="65000"/>
                    <a:lumOff val="35000"/>
                  </a:schemeClr>
                </a:solidFill>
                <a:effectLst/>
                <a:latin typeface="Arial" panose="020B0604020202020204" pitchFamily="34" charset="0"/>
              </a:rPr>
              <a:t>Pair 3:</a:t>
            </a: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 (E, A)</a:t>
            </a: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Child 5 = </a:t>
            </a:r>
            <a:r>
              <a:rPr kumimoji="0" lang="en-US" altLang="en-US" sz="1600" b="0" i="0" u="none" strike="noStrike" cap="none" normalizeH="0" baseline="0" dirty="0">
                <a:ln>
                  <a:noFill/>
                </a:ln>
                <a:solidFill>
                  <a:schemeClr val="tx1">
                    <a:lumMod val="65000"/>
                    <a:lumOff val="35000"/>
                  </a:schemeClr>
                </a:solidFill>
                <a:effectLst/>
                <a:latin typeface="Arial Unicode MS"/>
              </a:rPr>
              <a:t>10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100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10100</a:t>
            </a:r>
            <a:r>
              <a:rPr kumimoji="0" lang="en-US" altLang="en-US" sz="1600" b="0" i="0" u="none" strike="noStrike" cap="none" normalizeH="0" baseline="0" dirty="0">
                <a:ln>
                  <a:noFill/>
                </a:ln>
                <a:solidFill>
                  <a:schemeClr val="tx1">
                    <a:lumMod val="65000"/>
                    <a:lumOff val="35000"/>
                  </a:schemeClr>
                </a:solidFill>
                <a:effectLst/>
              </a:rPr>
              <a:t> </a:t>
            </a:r>
            <a:endPar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endParaRPr>
          </a:p>
          <a:p>
            <a:pPr marL="457200" lvl="1" indent="0" eaLnBrk="0" fontAlgn="base" hangingPunct="0">
              <a:lnSpc>
                <a:spcPct val="150000"/>
              </a:lnSpc>
              <a:spcBef>
                <a:spcPct val="0"/>
              </a:spcBef>
              <a:spcAft>
                <a:spcPct val="0"/>
              </a:spcAft>
              <a:buFontTx/>
              <a:buChar char="•"/>
            </a:pPr>
            <a:r>
              <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rPr>
              <a:t>Child 6 = </a:t>
            </a:r>
            <a:r>
              <a:rPr kumimoji="0" lang="en-US" altLang="en-US" sz="1600" b="0" i="0" u="none" strike="noStrike" cap="none" normalizeH="0" baseline="0" dirty="0">
                <a:ln>
                  <a:noFill/>
                </a:ln>
                <a:solidFill>
                  <a:schemeClr val="tx1">
                    <a:lumMod val="65000"/>
                    <a:lumOff val="35000"/>
                  </a:schemeClr>
                </a:solidFill>
                <a:effectLst/>
                <a:latin typeface="Arial Unicode MS"/>
              </a:rPr>
              <a:t>00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010</a:t>
            </a:r>
            <a:r>
              <a:rPr kumimoji="0" lang="en-US" altLang="en-US" sz="1600" b="0" i="0" u="none" strike="noStrike" cap="none" normalizeH="0" baseline="0" dirty="0">
                <a:ln>
                  <a:noFill/>
                </a:ln>
                <a:solidFill>
                  <a:schemeClr val="tx1">
                    <a:lumMod val="65000"/>
                    <a:lumOff val="35000"/>
                  </a:schemeClr>
                </a:solidFill>
                <a:effectLst/>
              </a:rPr>
              <a:t> = </a:t>
            </a:r>
            <a:r>
              <a:rPr kumimoji="0" lang="en-US" altLang="en-US" sz="1600" b="0" i="0" u="none" strike="noStrike" cap="none" normalizeH="0" baseline="0" dirty="0">
                <a:ln>
                  <a:noFill/>
                </a:ln>
                <a:solidFill>
                  <a:schemeClr val="tx1">
                    <a:lumMod val="65000"/>
                    <a:lumOff val="35000"/>
                  </a:schemeClr>
                </a:solidFill>
                <a:effectLst/>
                <a:latin typeface="Arial Unicode MS"/>
              </a:rPr>
              <a:t>00010</a:t>
            </a:r>
            <a:r>
              <a:rPr kumimoji="0" lang="en-US" altLang="en-US" sz="1600" b="0" i="0" u="none" strike="noStrike" cap="none" normalizeH="0" baseline="0" dirty="0">
                <a:ln>
                  <a:noFill/>
                </a:ln>
                <a:solidFill>
                  <a:schemeClr val="tx1">
                    <a:lumMod val="65000"/>
                    <a:lumOff val="35000"/>
                  </a:schemeClr>
                </a:solidFill>
                <a:effectLst/>
              </a:rPr>
              <a:t> </a:t>
            </a:r>
            <a:endParaRPr kumimoji="0" lang="en-US" altLang="en-US" sz="1600" b="0" i="0" u="none" strike="noStrike" cap="none" normalizeH="0" baseline="0" dirty="0">
              <a:ln>
                <a:noFill/>
              </a:ln>
              <a:solidFill>
                <a:schemeClr val="tx1">
                  <a:lumMod val="65000"/>
                  <a:lumOff val="35000"/>
                </a:schemeClr>
              </a:solidFill>
              <a:effectLst/>
              <a:latin typeface="Arial" panose="020B0604020202020204" pitchFamily="34" charset="0"/>
            </a:endParaRPr>
          </a:p>
        </p:txBody>
      </p:sp>
      <p:sp>
        <p:nvSpPr>
          <p:cNvPr id="8" name="TextBox 7">
            <a:extLst>
              <a:ext uri="{FF2B5EF4-FFF2-40B4-BE49-F238E27FC236}">
                <a16:creationId xmlns:a16="http://schemas.microsoft.com/office/drawing/2014/main" id="{E96E6798-59AD-A5F2-5B1F-590CB1D0CCEF}"/>
              </a:ext>
            </a:extLst>
          </p:cNvPr>
          <p:cNvSpPr txBox="1"/>
          <p:nvPr/>
        </p:nvSpPr>
        <p:spPr>
          <a:xfrm>
            <a:off x="3048740" y="5875130"/>
            <a:ext cx="6094520" cy="646331"/>
          </a:xfrm>
          <a:prstGeom prst="rect">
            <a:avLst/>
          </a:prstGeom>
          <a:noFill/>
        </p:spPr>
        <p:txBody>
          <a:bodyPr wrap="square">
            <a:spAutoFit/>
          </a:bodyPr>
          <a:lstStyle/>
          <a:p>
            <a:pPr algn="ctr"/>
            <a:r>
              <a:rPr lang="en-GB" b="1" dirty="0">
                <a:solidFill>
                  <a:schemeClr val="tx1">
                    <a:lumMod val="65000"/>
                    <a:lumOff val="35000"/>
                  </a:schemeClr>
                </a:solidFill>
              </a:rPr>
              <a:t>Children</a:t>
            </a:r>
            <a:r>
              <a:rPr lang="en-GB" dirty="0">
                <a:solidFill>
                  <a:schemeClr val="tx1">
                    <a:lumMod val="65000"/>
                    <a:lumOff val="35000"/>
                  </a:schemeClr>
                </a:solidFill>
              </a:rPr>
              <a:t>: [01010, 10010, 10010, 01100, 10100, 00010]</a:t>
            </a:r>
          </a:p>
          <a:p>
            <a:pPr algn="ctr"/>
            <a:r>
              <a:rPr lang="en-GB" dirty="0"/>
              <a:t>Generational GA (new children replaces old population) </a:t>
            </a:r>
            <a:endParaRPr lang="en-GB" dirty="0">
              <a:solidFill>
                <a:schemeClr val="tx1">
                  <a:lumMod val="65000"/>
                  <a:lumOff val="35000"/>
                </a:schemeClr>
              </a:solidFill>
            </a:endParaRPr>
          </a:p>
        </p:txBody>
      </p:sp>
    </p:spTree>
    <p:extLst>
      <p:ext uri="{BB962C8B-B14F-4D97-AF65-F5344CB8AC3E}">
        <p14:creationId xmlns:p14="http://schemas.microsoft.com/office/powerpoint/2010/main" val="3605360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59BFA-6926-326E-73A6-8BF2B8953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A1FBB-EE11-A08C-3B5E-976CF4F0AA06}"/>
              </a:ext>
            </a:extLst>
          </p:cNvPr>
          <p:cNvSpPr>
            <a:spLocks noGrp="1"/>
          </p:cNvSpPr>
          <p:nvPr>
            <p:ph type="title"/>
          </p:nvPr>
        </p:nvSpPr>
        <p:spPr/>
        <p:txBody>
          <a:bodyPr/>
          <a:lstStyle/>
          <a:p>
            <a:r>
              <a:rPr lang="en-GB" dirty="0"/>
              <a:t>Knapsack problem </a:t>
            </a:r>
          </a:p>
        </p:txBody>
      </p:sp>
      <p:sp>
        <p:nvSpPr>
          <p:cNvPr id="3" name="Rectangle 1">
            <a:extLst>
              <a:ext uri="{FF2B5EF4-FFF2-40B4-BE49-F238E27FC236}">
                <a16:creationId xmlns:a16="http://schemas.microsoft.com/office/drawing/2014/main" id="{C95E1F9A-4A72-C520-5F60-B3624095EEA0}"/>
              </a:ext>
            </a:extLst>
          </p:cNvPr>
          <p:cNvSpPr>
            <a:spLocks noGrp="1" noChangeArrowheads="1"/>
          </p:cNvSpPr>
          <p:nvPr>
            <p:ph idx="1"/>
          </p:nvPr>
        </p:nvSpPr>
        <p:spPr bwMode="auto">
          <a:xfrm>
            <a:off x="543560" y="2004884"/>
            <a:ext cx="8375050"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Mutation (bit-flip)</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Let’s say one bit mutation happens (for illustration) on </a:t>
            </a:r>
            <a:r>
              <a:rPr kumimoji="0" lang="en-US" altLang="en-US" sz="1800" b="1" i="0" u="none" strike="noStrike" cap="none" normalizeH="0" baseline="0" dirty="0">
                <a:ln>
                  <a:noFill/>
                </a:ln>
                <a:solidFill>
                  <a:schemeClr val="tx1"/>
                </a:solidFill>
                <a:effectLst/>
                <a:latin typeface="Arial" panose="020B0604020202020204" pitchFamily="34" charset="0"/>
              </a:rPr>
              <a:t>Child 6</a:t>
            </a:r>
            <a:r>
              <a:rPr kumimoji="0" lang="en-US" altLang="en-US" sz="1800" b="0" i="0" u="none" strike="noStrike" cap="none" normalizeH="0" baseline="0" dirty="0">
                <a:ln>
                  <a:noFill/>
                </a:ln>
                <a:solidFill>
                  <a:schemeClr val="tx1"/>
                </a:solidFill>
                <a:effectLst/>
                <a:latin typeface="Arial" panose="020B0604020202020204" pitchFamily="34" charset="0"/>
              </a:rPr>
              <a:t> at bit 3 (flip 0→1):</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Child 6: </a:t>
            </a:r>
            <a:r>
              <a:rPr kumimoji="0" lang="en-US" altLang="en-US" sz="1800" b="0" i="0" u="none" strike="noStrike" cap="none" normalizeH="0" baseline="0" dirty="0">
                <a:ln>
                  <a:noFill/>
                </a:ln>
                <a:solidFill>
                  <a:schemeClr val="tx1"/>
                </a:solidFill>
                <a:effectLst/>
                <a:latin typeface="Arial Unicode MS"/>
              </a:rPr>
              <a:t>00010</a:t>
            </a:r>
            <a:r>
              <a:rPr kumimoji="0" lang="en-US" altLang="en-US" sz="1800" b="0" i="0" u="none" strike="noStrike" cap="none" normalizeH="0" baseline="0" dirty="0">
                <a:ln>
                  <a:noFill/>
                </a:ln>
                <a:solidFill>
                  <a:schemeClr val="tx1"/>
                </a:solidFill>
                <a:effectLst/>
              </a:rPr>
              <a:t> → </a:t>
            </a:r>
            <a:r>
              <a:rPr kumimoji="0" lang="en-US" altLang="en-US" sz="1800" b="1" i="0" u="none" strike="noStrike" cap="none" normalizeH="0" baseline="0" dirty="0">
                <a:ln>
                  <a:noFill/>
                </a:ln>
                <a:solidFill>
                  <a:schemeClr val="tx1"/>
                </a:solidFill>
                <a:effectLst/>
                <a:latin typeface="Arial Unicode MS"/>
              </a:rPr>
              <a:t>00110</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Children after mutation: </a:t>
            </a:r>
            <a:r>
              <a:rPr kumimoji="0" lang="en-US" altLang="en-US" sz="1800" b="0" i="0" u="none" strike="noStrike" cap="none" normalizeH="0" baseline="0" dirty="0">
                <a:ln>
                  <a:noFill/>
                </a:ln>
                <a:solidFill>
                  <a:schemeClr val="tx1"/>
                </a:solidFill>
                <a:effectLst/>
                <a:latin typeface="Arial Unicode MS"/>
              </a:rPr>
              <a:t>[01010, 10010, 10010, 01100, 10100, 00110]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A black and white picture of a backpack&#10;&#10;AI-generated content may be incorrect.">
            <a:extLst>
              <a:ext uri="{FF2B5EF4-FFF2-40B4-BE49-F238E27FC236}">
                <a16:creationId xmlns:a16="http://schemas.microsoft.com/office/drawing/2014/main" id="{855005CF-7A0E-76BC-C586-E908BFA75FCD}"/>
              </a:ext>
            </a:extLst>
          </p:cNvPr>
          <p:cNvPicPr>
            <a:picLocks noChangeAspect="1"/>
          </p:cNvPicPr>
          <p:nvPr/>
        </p:nvPicPr>
        <p:blipFill>
          <a:blip r:embed="rId2">
            <a:extLst>
              <a:ext uri="{28A0092B-C50C-407E-A947-70E740481C1C}">
                <a14:useLocalDpi xmlns:a14="http://schemas.microsoft.com/office/drawing/2010/main" val="0"/>
              </a:ext>
            </a:extLst>
          </a:blip>
          <a:srcRect l="40631" t="38468" r="38471" b="15176"/>
          <a:stretch>
            <a:fillRect/>
          </a:stretch>
        </p:blipFill>
        <p:spPr>
          <a:xfrm>
            <a:off x="5948670" y="4526159"/>
            <a:ext cx="1743902" cy="1862326"/>
          </a:xfrm>
          <a:prstGeom prst="rect">
            <a:avLst/>
          </a:prstGeom>
        </p:spPr>
      </p:pic>
      <p:grpSp>
        <p:nvGrpSpPr>
          <p:cNvPr id="7" name="Group 6">
            <a:extLst>
              <a:ext uri="{FF2B5EF4-FFF2-40B4-BE49-F238E27FC236}">
                <a16:creationId xmlns:a16="http://schemas.microsoft.com/office/drawing/2014/main" id="{E51FB476-B2C4-871F-95AA-19550D2716A7}"/>
              </a:ext>
            </a:extLst>
          </p:cNvPr>
          <p:cNvGrpSpPr/>
          <p:nvPr/>
        </p:nvGrpSpPr>
        <p:grpSpPr>
          <a:xfrm>
            <a:off x="7910074" y="4810338"/>
            <a:ext cx="1125244" cy="1489370"/>
            <a:chOff x="6633978" y="4708993"/>
            <a:chExt cx="1536170" cy="1783882"/>
          </a:xfrm>
        </p:grpSpPr>
        <p:sp>
          <p:nvSpPr>
            <p:cNvPr id="9" name="Cube 8">
              <a:extLst>
                <a:ext uri="{FF2B5EF4-FFF2-40B4-BE49-F238E27FC236}">
                  <a16:creationId xmlns:a16="http://schemas.microsoft.com/office/drawing/2014/main" id="{E30E037D-D1A6-392C-64A9-6BBBB961F121}"/>
                </a:ext>
              </a:extLst>
            </p:cNvPr>
            <p:cNvSpPr/>
            <p:nvPr/>
          </p:nvSpPr>
          <p:spPr>
            <a:xfrm>
              <a:off x="6643022" y="4708993"/>
              <a:ext cx="550416" cy="435006"/>
            </a:xfrm>
            <a:prstGeom prst="cub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GB" b="1" dirty="0"/>
                <a:t>1</a:t>
              </a:r>
            </a:p>
          </p:txBody>
        </p:sp>
        <p:sp>
          <p:nvSpPr>
            <p:cNvPr id="10" name="Cube 9">
              <a:extLst>
                <a:ext uri="{FF2B5EF4-FFF2-40B4-BE49-F238E27FC236}">
                  <a16:creationId xmlns:a16="http://schemas.microsoft.com/office/drawing/2014/main" id="{391CE778-BFE9-FA44-F544-51C38E8238F8}"/>
                </a:ext>
              </a:extLst>
            </p:cNvPr>
            <p:cNvSpPr/>
            <p:nvPr/>
          </p:nvSpPr>
          <p:spPr>
            <a:xfrm>
              <a:off x="7570046" y="4724740"/>
              <a:ext cx="550416" cy="435006"/>
            </a:xfrm>
            <a:prstGeom prst="cub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GB" b="1" dirty="0"/>
                <a:t>2</a:t>
              </a:r>
            </a:p>
          </p:txBody>
        </p:sp>
        <p:sp>
          <p:nvSpPr>
            <p:cNvPr id="11" name="Cube 10">
              <a:extLst>
                <a:ext uri="{FF2B5EF4-FFF2-40B4-BE49-F238E27FC236}">
                  <a16:creationId xmlns:a16="http://schemas.microsoft.com/office/drawing/2014/main" id="{710B1343-565B-2FB3-8081-7127A304801F}"/>
                </a:ext>
              </a:extLst>
            </p:cNvPr>
            <p:cNvSpPr/>
            <p:nvPr/>
          </p:nvSpPr>
          <p:spPr>
            <a:xfrm>
              <a:off x="6633978" y="5395595"/>
              <a:ext cx="550416" cy="435006"/>
            </a:xfrm>
            <a:prstGeom prst="cube">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GB" b="1" dirty="0"/>
                <a:t>3</a:t>
              </a:r>
            </a:p>
          </p:txBody>
        </p:sp>
        <p:sp>
          <p:nvSpPr>
            <p:cNvPr id="12" name="Cube 11">
              <a:extLst>
                <a:ext uri="{FF2B5EF4-FFF2-40B4-BE49-F238E27FC236}">
                  <a16:creationId xmlns:a16="http://schemas.microsoft.com/office/drawing/2014/main" id="{B59B66D8-A89B-7307-F544-00E946EF123F}"/>
                </a:ext>
              </a:extLst>
            </p:cNvPr>
            <p:cNvSpPr/>
            <p:nvPr/>
          </p:nvSpPr>
          <p:spPr>
            <a:xfrm>
              <a:off x="7619732" y="5411342"/>
              <a:ext cx="550416" cy="435006"/>
            </a:xfrm>
            <a:prstGeom prst="cub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b="1" dirty="0"/>
                <a:t>4</a:t>
              </a:r>
            </a:p>
          </p:txBody>
        </p:sp>
        <p:sp>
          <p:nvSpPr>
            <p:cNvPr id="13" name="Cube 12">
              <a:extLst>
                <a:ext uri="{FF2B5EF4-FFF2-40B4-BE49-F238E27FC236}">
                  <a16:creationId xmlns:a16="http://schemas.microsoft.com/office/drawing/2014/main" id="{8F1C0B9F-D96F-2A1A-2F7A-8F753413A207}"/>
                </a:ext>
              </a:extLst>
            </p:cNvPr>
            <p:cNvSpPr/>
            <p:nvPr/>
          </p:nvSpPr>
          <p:spPr>
            <a:xfrm>
              <a:off x="7069316" y="6057869"/>
              <a:ext cx="550416" cy="435006"/>
            </a:xfrm>
            <a:prstGeom prst="cub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b="1" dirty="0"/>
                <a:t>5</a:t>
              </a:r>
            </a:p>
          </p:txBody>
        </p:sp>
      </p:grpSp>
      <p:graphicFrame>
        <p:nvGraphicFramePr>
          <p:cNvPr id="14" name="Table 13">
            <a:extLst>
              <a:ext uri="{FF2B5EF4-FFF2-40B4-BE49-F238E27FC236}">
                <a16:creationId xmlns:a16="http://schemas.microsoft.com/office/drawing/2014/main" id="{AC979415-346A-AF3C-0840-80382ABC3BF9}"/>
              </a:ext>
            </a:extLst>
          </p:cNvPr>
          <p:cNvGraphicFramePr>
            <a:graphicFrameLocks noGrp="1"/>
          </p:cNvGraphicFramePr>
          <p:nvPr>
            <p:extLst>
              <p:ext uri="{D42A27DB-BD31-4B8C-83A1-F6EECF244321}">
                <p14:modId xmlns:p14="http://schemas.microsoft.com/office/powerpoint/2010/main" val="2722896815"/>
              </p:ext>
            </p:extLst>
          </p:nvPr>
        </p:nvGraphicFramePr>
        <p:xfrm>
          <a:off x="9252821" y="4360042"/>
          <a:ext cx="2216245" cy="2194560"/>
        </p:xfrm>
        <a:graphic>
          <a:graphicData uri="http://schemas.openxmlformats.org/drawingml/2006/table">
            <a:tbl>
              <a:tblPr/>
              <a:tblGrid>
                <a:gridCol w="616267">
                  <a:extLst>
                    <a:ext uri="{9D8B030D-6E8A-4147-A177-3AD203B41FA5}">
                      <a16:colId xmlns:a16="http://schemas.microsoft.com/office/drawing/2014/main" val="1453403390"/>
                    </a:ext>
                  </a:extLst>
                </a:gridCol>
                <a:gridCol w="854393">
                  <a:extLst>
                    <a:ext uri="{9D8B030D-6E8A-4147-A177-3AD203B41FA5}">
                      <a16:colId xmlns:a16="http://schemas.microsoft.com/office/drawing/2014/main" val="2968979063"/>
                    </a:ext>
                  </a:extLst>
                </a:gridCol>
                <a:gridCol w="745585">
                  <a:extLst>
                    <a:ext uri="{9D8B030D-6E8A-4147-A177-3AD203B41FA5}">
                      <a16:colId xmlns:a16="http://schemas.microsoft.com/office/drawing/2014/main" val="2386444913"/>
                    </a:ext>
                  </a:extLst>
                </a:gridCol>
              </a:tblGrid>
              <a:tr h="365760">
                <a:tc>
                  <a:txBody>
                    <a:bodyPr/>
                    <a:lstStyle/>
                    <a:p>
                      <a:pPr algn="ctr">
                        <a:buNone/>
                      </a:pPr>
                      <a:r>
                        <a:rPr lang="en-GB" sz="1400" b="1" dirty="0"/>
                        <a:t>Item</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Weight</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b="1" dirty="0"/>
                        <a:t>Value</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065173233"/>
                  </a:ext>
                </a:extLst>
              </a:tr>
              <a:tr h="365760">
                <a:tc>
                  <a:txBody>
                    <a:bodyPr/>
                    <a:lstStyle/>
                    <a:p>
                      <a:pPr algn="ctr">
                        <a:buNone/>
                      </a:pPr>
                      <a:r>
                        <a:rPr lang="en-GB" sz="1400" dirty="0"/>
                        <a:t>1</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2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20437342"/>
                  </a:ext>
                </a:extLst>
              </a:tr>
              <a:tr h="365760">
                <a:tc>
                  <a:txBody>
                    <a:bodyPr/>
                    <a:lstStyle/>
                    <a:p>
                      <a:pPr algn="ctr">
                        <a:buNone/>
                      </a:pPr>
                      <a:r>
                        <a:rPr lang="en-GB" sz="1400" dirty="0"/>
                        <a:t>2</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3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215901037"/>
                  </a:ext>
                </a:extLst>
              </a:tr>
              <a:tr h="365760">
                <a:tc>
                  <a:txBody>
                    <a:bodyPr/>
                    <a:lstStyle/>
                    <a:p>
                      <a:pPr algn="ctr">
                        <a:buNone/>
                      </a:pPr>
                      <a:r>
                        <a:rPr lang="en-GB" sz="1400"/>
                        <a:t>3</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4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3674917434"/>
                  </a:ext>
                </a:extLst>
              </a:tr>
              <a:tr h="365760">
                <a:tc>
                  <a:txBody>
                    <a:bodyPr/>
                    <a:lstStyle/>
                    <a:p>
                      <a:pPr algn="ctr">
                        <a:buNone/>
                      </a:pPr>
                      <a:r>
                        <a:rPr lang="en-GB" sz="1400" dirty="0"/>
                        <a:t>4</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5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£8</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604722551"/>
                  </a:ext>
                </a:extLst>
              </a:tr>
              <a:tr h="365760">
                <a:tc>
                  <a:txBody>
                    <a:bodyPr/>
                    <a:lstStyle/>
                    <a:p>
                      <a:pPr algn="ctr">
                        <a:buNone/>
                      </a:pPr>
                      <a:r>
                        <a:rPr lang="en-GB" sz="1400" dirty="0"/>
                        <a:t>5</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9 kg</a:t>
                      </a:r>
                    </a:p>
                  </a:txBody>
                  <a:tcPr anchor="ctr">
                    <a:lnL>
                      <a:noFill/>
                    </a:lnL>
                    <a:lnR>
                      <a:noFill/>
                    </a:lnR>
                    <a:lnT>
                      <a:noFill/>
                    </a:lnT>
                    <a:lnB>
                      <a:noFill/>
                    </a:lnB>
                    <a:solidFill>
                      <a:schemeClr val="tx2">
                        <a:lumMod val="20000"/>
                        <a:lumOff val="80000"/>
                      </a:schemeClr>
                    </a:solidFill>
                  </a:tcPr>
                </a:tc>
                <a:tc>
                  <a:txBody>
                    <a:bodyPr/>
                    <a:lstStyle/>
                    <a:p>
                      <a:pPr algn="ctr">
                        <a:buNone/>
                      </a:pPr>
                      <a:r>
                        <a:rPr lang="en-GB" sz="1400" dirty="0"/>
                        <a:t>£10</a:t>
                      </a:r>
                    </a:p>
                  </a:txBody>
                  <a:tcPr anchor="ctr">
                    <a:lnL>
                      <a:noFill/>
                    </a:lnL>
                    <a:lnR>
                      <a:noFill/>
                    </a:lnR>
                    <a:lnT>
                      <a:noFill/>
                    </a:lnT>
                    <a:lnB>
                      <a:noFill/>
                    </a:lnB>
                    <a:solidFill>
                      <a:schemeClr val="tx2">
                        <a:lumMod val="20000"/>
                        <a:lumOff val="80000"/>
                      </a:schemeClr>
                    </a:solidFill>
                  </a:tcPr>
                </a:tc>
                <a:extLst>
                  <a:ext uri="{0D108BD9-81ED-4DB2-BD59-A6C34878D82A}">
                    <a16:rowId xmlns:a16="http://schemas.microsoft.com/office/drawing/2014/main" val="1931533898"/>
                  </a:ext>
                </a:extLst>
              </a:tr>
            </a:tbl>
          </a:graphicData>
        </a:graphic>
      </p:graphicFrame>
    </p:spTree>
    <p:extLst>
      <p:ext uri="{BB962C8B-B14F-4D97-AF65-F5344CB8AC3E}">
        <p14:creationId xmlns:p14="http://schemas.microsoft.com/office/powerpoint/2010/main" val="837289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28CD-C426-14DD-C7BB-8BC0116DF779}"/>
              </a:ext>
            </a:extLst>
          </p:cNvPr>
          <p:cNvSpPr>
            <a:spLocks noGrp="1"/>
          </p:cNvSpPr>
          <p:nvPr>
            <p:ph type="title"/>
          </p:nvPr>
        </p:nvSpPr>
        <p:spPr/>
        <p:txBody>
          <a:bodyPr/>
          <a:lstStyle/>
          <a:p>
            <a:r>
              <a:rPr lang="en-GB" dirty="0"/>
              <a:t>Knapsack problem </a:t>
            </a:r>
          </a:p>
        </p:txBody>
      </p:sp>
      <p:graphicFrame>
        <p:nvGraphicFramePr>
          <p:cNvPr id="4" name="Content Placeholder 3">
            <a:extLst>
              <a:ext uri="{FF2B5EF4-FFF2-40B4-BE49-F238E27FC236}">
                <a16:creationId xmlns:a16="http://schemas.microsoft.com/office/drawing/2014/main" id="{3183E066-5D90-4478-A574-4D3357FCC951}"/>
              </a:ext>
            </a:extLst>
          </p:cNvPr>
          <p:cNvGraphicFramePr>
            <a:graphicFrameLocks noGrp="1"/>
          </p:cNvGraphicFramePr>
          <p:nvPr>
            <p:ph idx="1"/>
            <p:extLst>
              <p:ext uri="{D42A27DB-BD31-4B8C-83A1-F6EECF244321}">
                <p14:modId xmlns:p14="http://schemas.microsoft.com/office/powerpoint/2010/main" val="976149959"/>
              </p:ext>
            </p:extLst>
          </p:nvPr>
        </p:nvGraphicFramePr>
        <p:xfrm>
          <a:off x="682913" y="2292725"/>
          <a:ext cx="11141076" cy="2560320"/>
        </p:xfrm>
        <a:graphic>
          <a:graphicData uri="http://schemas.openxmlformats.org/drawingml/2006/table">
            <a:tbl>
              <a:tblPr/>
              <a:tblGrid>
                <a:gridCol w="1856846">
                  <a:extLst>
                    <a:ext uri="{9D8B030D-6E8A-4147-A177-3AD203B41FA5}">
                      <a16:colId xmlns:a16="http://schemas.microsoft.com/office/drawing/2014/main" val="340972428"/>
                    </a:ext>
                  </a:extLst>
                </a:gridCol>
                <a:gridCol w="1856846">
                  <a:extLst>
                    <a:ext uri="{9D8B030D-6E8A-4147-A177-3AD203B41FA5}">
                      <a16:colId xmlns:a16="http://schemas.microsoft.com/office/drawing/2014/main" val="3001115816"/>
                    </a:ext>
                  </a:extLst>
                </a:gridCol>
                <a:gridCol w="1856846">
                  <a:extLst>
                    <a:ext uri="{9D8B030D-6E8A-4147-A177-3AD203B41FA5}">
                      <a16:colId xmlns:a16="http://schemas.microsoft.com/office/drawing/2014/main" val="2335468208"/>
                    </a:ext>
                  </a:extLst>
                </a:gridCol>
                <a:gridCol w="1856846">
                  <a:extLst>
                    <a:ext uri="{9D8B030D-6E8A-4147-A177-3AD203B41FA5}">
                      <a16:colId xmlns:a16="http://schemas.microsoft.com/office/drawing/2014/main" val="323526767"/>
                    </a:ext>
                  </a:extLst>
                </a:gridCol>
                <a:gridCol w="1856846">
                  <a:extLst>
                    <a:ext uri="{9D8B030D-6E8A-4147-A177-3AD203B41FA5}">
                      <a16:colId xmlns:a16="http://schemas.microsoft.com/office/drawing/2014/main" val="4235180116"/>
                    </a:ext>
                  </a:extLst>
                </a:gridCol>
                <a:gridCol w="1856846">
                  <a:extLst>
                    <a:ext uri="{9D8B030D-6E8A-4147-A177-3AD203B41FA5}">
                      <a16:colId xmlns:a16="http://schemas.microsoft.com/office/drawing/2014/main" val="35430975"/>
                    </a:ext>
                  </a:extLst>
                </a:gridCol>
              </a:tblGrid>
              <a:tr h="365760">
                <a:tc>
                  <a:txBody>
                    <a:bodyPr/>
                    <a:lstStyle/>
                    <a:p>
                      <a:pPr>
                        <a:buNone/>
                      </a:pPr>
                      <a:r>
                        <a:rPr lang="en-GB" sz="1800"/>
                        <a:t>Child</a:t>
                      </a:r>
                    </a:p>
                  </a:txBody>
                  <a:tcPr anchor="ctr">
                    <a:lnL>
                      <a:noFill/>
                    </a:lnL>
                    <a:lnR>
                      <a:noFill/>
                    </a:lnR>
                    <a:lnT>
                      <a:noFill/>
                    </a:lnT>
                    <a:lnB>
                      <a:noFill/>
                    </a:lnB>
                    <a:noFill/>
                  </a:tcPr>
                </a:tc>
                <a:tc>
                  <a:txBody>
                    <a:bodyPr/>
                    <a:lstStyle/>
                    <a:p>
                      <a:pPr>
                        <a:buNone/>
                      </a:pPr>
                      <a:r>
                        <a:rPr lang="en-GB" sz="1800"/>
                        <a:t>Bits</a:t>
                      </a:r>
                    </a:p>
                  </a:txBody>
                  <a:tcPr anchor="ctr">
                    <a:lnL>
                      <a:noFill/>
                    </a:lnL>
                    <a:lnR>
                      <a:noFill/>
                    </a:lnR>
                    <a:lnT>
                      <a:noFill/>
                    </a:lnT>
                    <a:lnB>
                      <a:noFill/>
                    </a:lnB>
                    <a:noFill/>
                  </a:tcPr>
                </a:tc>
                <a:tc>
                  <a:txBody>
                    <a:bodyPr/>
                    <a:lstStyle/>
                    <a:p>
                      <a:pPr>
                        <a:buNone/>
                      </a:pPr>
                      <a:r>
                        <a:rPr lang="en-GB" sz="1800" dirty="0"/>
                        <a:t>Items Chosen</a:t>
                      </a:r>
                    </a:p>
                  </a:txBody>
                  <a:tcPr anchor="ctr">
                    <a:lnL>
                      <a:noFill/>
                    </a:lnL>
                    <a:lnR>
                      <a:noFill/>
                    </a:lnR>
                    <a:lnT>
                      <a:noFill/>
                    </a:lnT>
                    <a:lnB>
                      <a:noFill/>
                    </a:lnB>
                    <a:noFill/>
                  </a:tcPr>
                </a:tc>
                <a:tc>
                  <a:txBody>
                    <a:bodyPr/>
                    <a:lstStyle/>
                    <a:p>
                      <a:pPr algn="r">
                        <a:buNone/>
                      </a:pPr>
                      <a:r>
                        <a:rPr lang="en-GB" sz="1800"/>
                        <a:t>Weight</a:t>
                      </a:r>
                    </a:p>
                  </a:txBody>
                  <a:tcPr anchor="ctr">
                    <a:lnL>
                      <a:noFill/>
                    </a:lnL>
                    <a:lnR>
                      <a:noFill/>
                    </a:lnR>
                    <a:lnT>
                      <a:noFill/>
                    </a:lnT>
                    <a:lnB>
                      <a:noFill/>
                    </a:lnB>
                    <a:noFill/>
                  </a:tcPr>
                </a:tc>
                <a:tc>
                  <a:txBody>
                    <a:bodyPr/>
                    <a:lstStyle/>
                    <a:p>
                      <a:pPr algn="r">
                        <a:buNone/>
                      </a:pPr>
                      <a:r>
                        <a:rPr lang="en-GB" sz="1800"/>
                        <a:t>Value</a:t>
                      </a:r>
                    </a:p>
                  </a:txBody>
                  <a:tcPr anchor="ctr">
                    <a:lnL>
                      <a:noFill/>
                    </a:lnL>
                    <a:lnR>
                      <a:noFill/>
                    </a:lnR>
                    <a:lnT>
                      <a:noFill/>
                    </a:lnT>
                    <a:lnB>
                      <a:noFill/>
                    </a:lnB>
                    <a:noFill/>
                  </a:tcPr>
                </a:tc>
                <a:tc>
                  <a:txBody>
                    <a:bodyPr/>
                    <a:lstStyle/>
                    <a:p>
                      <a:pPr algn="r">
                        <a:buNone/>
                      </a:pPr>
                      <a:r>
                        <a:rPr lang="en-GB" sz="1800"/>
                        <a:t>Fitness</a:t>
                      </a:r>
                    </a:p>
                  </a:txBody>
                  <a:tcPr anchor="ctr">
                    <a:lnL>
                      <a:noFill/>
                    </a:lnL>
                    <a:lnR>
                      <a:noFill/>
                    </a:lnR>
                    <a:lnT>
                      <a:noFill/>
                    </a:lnT>
                    <a:lnB>
                      <a:noFill/>
                    </a:lnB>
                    <a:noFill/>
                  </a:tcPr>
                </a:tc>
                <a:extLst>
                  <a:ext uri="{0D108BD9-81ED-4DB2-BD59-A6C34878D82A}">
                    <a16:rowId xmlns:a16="http://schemas.microsoft.com/office/drawing/2014/main" val="2951141540"/>
                  </a:ext>
                </a:extLst>
              </a:tr>
              <a:tr h="365760">
                <a:tc>
                  <a:txBody>
                    <a:bodyPr/>
                    <a:lstStyle/>
                    <a:p>
                      <a:pPr>
                        <a:buNone/>
                      </a:pPr>
                      <a:r>
                        <a:rPr lang="en-GB" sz="1800"/>
                        <a:t>1</a:t>
                      </a:r>
                    </a:p>
                  </a:txBody>
                  <a:tcPr anchor="ctr">
                    <a:lnL>
                      <a:noFill/>
                    </a:lnL>
                    <a:lnR>
                      <a:noFill/>
                    </a:lnR>
                    <a:lnT>
                      <a:noFill/>
                    </a:lnT>
                    <a:lnB>
                      <a:noFill/>
                    </a:lnB>
                    <a:noFill/>
                  </a:tcPr>
                </a:tc>
                <a:tc>
                  <a:txBody>
                    <a:bodyPr/>
                    <a:lstStyle/>
                    <a:p>
                      <a:pPr>
                        <a:buNone/>
                      </a:pPr>
                      <a:r>
                        <a:rPr lang="en-GB" sz="1800"/>
                        <a:t>01010</a:t>
                      </a:r>
                    </a:p>
                  </a:txBody>
                  <a:tcPr anchor="ctr">
                    <a:lnL>
                      <a:noFill/>
                    </a:lnL>
                    <a:lnR>
                      <a:noFill/>
                    </a:lnR>
                    <a:lnT>
                      <a:noFill/>
                    </a:lnT>
                    <a:lnB>
                      <a:noFill/>
                    </a:lnB>
                    <a:noFill/>
                  </a:tcPr>
                </a:tc>
                <a:tc>
                  <a:txBody>
                    <a:bodyPr/>
                    <a:lstStyle/>
                    <a:p>
                      <a:pPr>
                        <a:buNone/>
                      </a:pPr>
                      <a:r>
                        <a:rPr lang="en-GB" sz="1800"/>
                        <a:t>{2,4}</a:t>
                      </a:r>
                    </a:p>
                  </a:txBody>
                  <a:tcPr anchor="ctr">
                    <a:lnL>
                      <a:noFill/>
                    </a:lnL>
                    <a:lnR>
                      <a:noFill/>
                    </a:lnR>
                    <a:lnT>
                      <a:noFill/>
                    </a:lnT>
                    <a:lnB>
                      <a:noFill/>
                    </a:lnB>
                    <a:noFill/>
                  </a:tcPr>
                </a:tc>
                <a:tc>
                  <a:txBody>
                    <a:bodyPr/>
                    <a:lstStyle/>
                    <a:p>
                      <a:pPr algn="r">
                        <a:buNone/>
                      </a:pPr>
                      <a:r>
                        <a:rPr lang="en-GB" sz="1800"/>
                        <a:t>3+5=8</a:t>
                      </a:r>
                    </a:p>
                  </a:txBody>
                  <a:tcPr anchor="ctr">
                    <a:lnL>
                      <a:noFill/>
                    </a:lnL>
                    <a:lnR>
                      <a:noFill/>
                    </a:lnR>
                    <a:lnT>
                      <a:noFill/>
                    </a:lnT>
                    <a:lnB>
                      <a:noFill/>
                    </a:lnB>
                    <a:noFill/>
                  </a:tcPr>
                </a:tc>
                <a:tc>
                  <a:txBody>
                    <a:bodyPr/>
                    <a:lstStyle/>
                    <a:p>
                      <a:pPr algn="r">
                        <a:buNone/>
                      </a:pPr>
                      <a:r>
                        <a:rPr lang="en-GB" sz="1800"/>
                        <a:t>4+8=12</a:t>
                      </a:r>
                    </a:p>
                  </a:txBody>
                  <a:tcPr anchor="ctr">
                    <a:lnL>
                      <a:noFill/>
                    </a:lnL>
                    <a:lnR>
                      <a:noFill/>
                    </a:lnR>
                    <a:lnT>
                      <a:noFill/>
                    </a:lnT>
                    <a:lnB>
                      <a:noFill/>
                    </a:lnB>
                    <a:noFill/>
                  </a:tcPr>
                </a:tc>
                <a:tc>
                  <a:txBody>
                    <a:bodyPr/>
                    <a:lstStyle/>
                    <a:p>
                      <a:pPr algn="r">
                        <a:buNone/>
                      </a:pPr>
                      <a:r>
                        <a:rPr lang="en-GB" sz="1800" dirty="0"/>
                        <a:t>12</a:t>
                      </a:r>
                    </a:p>
                  </a:txBody>
                  <a:tcPr anchor="ctr">
                    <a:lnL>
                      <a:noFill/>
                    </a:lnL>
                    <a:lnR>
                      <a:noFill/>
                    </a:lnR>
                    <a:lnT>
                      <a:noFill/>
                    </a:lnT>
                    <a:lnB>
                      <a:noFill/>
                    </a:lnB>
                    <a:noFill/>
                  </a:tcPr>
                </a:tc>
                <a:extLst>
                  <a:ext uri="{0D108BD9-81ED-4DB2-BD59-A6C34878D82A}">
                    <a16:rowId xmlns:a16="http://schemas.microsoft.com/office/drawing/2014/main" val="1332075830"/>
                  </a:ext>
                </a:extLst>
              </a:tr>
              <a:tr h="365760">
                <a:tc>
                  <a:txBody>
                    <a:bodyPr/>
                    <a:lstStyle/>
                    <a:p>
                      <a:pPr>
                        <a:buNone/>
                      </a:pPr>
                      <a:r>
                        <a:rPr lang="en-GB" sz="1800"/>
                        <a:t>2</a:t>
                      </a:r>
                    </a:p>
                  </a:txBody>
                  <a:tcPr anchor="ctr">
                    <a:lnL>
                      <a:noFill/>
                    </a:lnL>
                    <a:lnR>
                      <a:noFill/>
                    </a:lnR>
                    <a:lnT>
                      <a:noFill/>
                    </a:lnT>
                    <a:lnB>
                      <a:noFill/>
                    </a:lnB>
                    <a:noFill/>
                  </a:tcPr>
                </a:tc>
                <a:tc>
                  <a:txBody>
                    <a:bodyPr/>
                    <a:lstStyle/>
                    <a:p>
                      <a:pPr>
                        <a:buNone/>
                      </a:pPr>
                      <a:r>
                        <a:rPr lang="en-GB" sz="1800"/>
                        <a:t>10010</a:t>
                      </a:r>
                    </a:p>
                  </a:txBody>
                  <a:tcPr anchor="ctr">
                    <a:lnL>
                      <a:noFill/>
                    </a:lnL>
                    <a:lnR>
                      <a:noFill/>
                    </a:lnR>
                    <a:lnT>
                      <a:noFill/>
                    </a:lnT>
                    <a:lnB>
                      <a:noFill/>
                    </a:lnB>
                    <a:noFill/>
                  </a:tcPr>
                </a:tc>
                <a:tc>
                  <a:txBody>
                    <a:bodyPr/>
                    <a:lstStyle/>
                    <a:p>
                      <a:pPr>
                        <a:buNone/>
                      </a:pPr>
                      <a:r>
                        <a:rPr lang="en-GB" sz="1800"/>
                        <a:t>{1,4}</a:t>
                      </a:r>
                    </a:p>
                  </a:txBody>
                  <a:tcPr anchor="ctr">
                    <a:lnL>
                      <a:noFill/>
                    </a:lnL>
                    <a:lnR>
                      <a:noFill/>
                    </a:lnR>
                    <a:lnT>
                      <a:noFill/>
                    </a:lnT>
                    <a:lnB>
                      <a:noFill/>
                    </a:lnB>
                    <a:noFill/>
                  </a:tcPr>
                </a:tc>
                <a:tc>
                  <a:txBody>
                    <a:bodyPr/>
                    <a:lstStyle/>
                    <a:p>
                      <a:pPr algn="r">
                        <a:buNone/>
                      </a:pPr>
                      <a:r>
                        <a:rPr lang="en-GB" sz="1800"/>
                        <a:t>2+5=7</a:t>
                      </a:r>
                    </a:p>
                  </a:txBody>
                  <a:tcPr anchor="ctr">
                    <a:lnL>
                      <a:noFill/>
                    </a:lnL>
                    <a:lnR>
                      <a:noFill/>
                    </a:lnR>
                    <a:lnT>
                      <a:noFill/>
                    </a:lnT>
                    <a:lnB>
                      <a:noFill/>
                    </a:lnB>
                    <a:noFill/>
                  </a:tcPr>
                </a:tc>
                <a:tc>
                  <a:txBody>
                    <a:bodyPr/>
                    <a:lstStyle/>
                    <a:p>
                      <a:pPr algn="r">
                        <a:buNone/>
                      </a:pPr>
                      <a:r>
                        <a:rPr lang="en-GB" sz="1800"/>
                        <a:t>3+8=11</a:t>
                      </a:r>
                    </a:p>
                  </a:txBody>
                  <a:tcPr anchor="ctr">
                    <a:lnL>
                      <a:noFill/>
                    </a:lnL>
                    <a:lnR>
                      <a:noFill/>
                    </a:lnR>
                    <a:lnT>
                      <a:noFill/>
                    </a:lnT>
                    <a:lnB>
                      <a:noFill/>
                    </a:lnB>
                    <a:noFill/>
                  </a:tcPr>
                </a:tc>
                <a:tc>
                  <a:txBody>
                    <a:bodyPr/>
                    <a:lstStyle/>
                    <a:p>
                      <a:pPr algn="r">
                        <a:buNone/>
                      </a:pPr>
                      <a:r>
                        <a:rPr lang="en-GB" sz="1800" dirty="0"/>
                        <a:t>11</a:t>
                      </a:r>
                    </a:p>
                  </a:txBody>
                  <a:tcPr anchor="ctr">
                    <a:lnL>
                      <a:noFill/>
                    </a:lnL>
                    <a:lnR>
                      <a:noFill/>
                    </a:lnR>
                    <a:lnT>
                      <a:noFill/>
                    </a:lnT>
                    <a:lnB>
                      <a:noFill/>
                    </a:lnB>
                    <a:noFill/>
                  </a:tcPr>
                </a:tc>
                <a:extLst>
                  <a:ext uri="{0D108BD9-81ED-4DB2-BD59-A6C34878D82A}">
                    <a16:rowId xmlns:a16="http://schemas.microsoft.com/office/drawing/2014/main" val="2238485150"/>
                  </a:ext>
                </a:extLst>
              </a:tr>
              <a:tr h="365760">
                <a:tc>
                  <a:txBody>
                    <a:bodyPr/>
                    <a:lstStyle/>
                    <a:p>
                      <a:pPr>
                        <a:buNone/>
                      </a:pPr>
                      <a:r>
                        <a:rPr lang="en-GB" sz="1800"/>
                        <a:t>3</a:t>
                      </a:r>
                    </a:p>
                  </a:txBody>
                  <a:tcPr anchor="ctr">
                    <a:lnL>
                      <a:noFill/>
                    </a:lnL>
                    <a:lnR>
                      <a:noFill/>
                    </a:lnR>
                    <a:lnT>
                      <a:noFill/>
                    </a:lnT>
                    <a:lnB>
                      <a:noFill/>
                    </a:lnB>
                    <a:noFill/>
                  </a:tcPr>
                </a:tc>
                <a:tc>
                  <a:txBody>
                    <a:bodyPr/>
                    <a:lstStyle/>
                    <a:p>
                      <a:pPr>
                        <a:buNone/>
                      </a:pPr>
                      <a:r>
                        <a:rPr lang="en-GB" sz="1800" dirty="0"/>
                        <a:t>10010</a:t>
                      </a:r>
                    </a:p>
                  </a:txBody>
                  <a:tcPr anchor="ctr">
                    <a:lnL>
                      <a:noFill/>
                    </a:lnL>
                    <a:lnR>
                      <a:noFill/>
                    </a:lnR>
                    <a:lnT>
                      <a:noFill/>
                    </a:lnT>
                    <a:lnB>
                      <a:noFill/>
                    </a:lnB>
                    <a:noFill/>
                  </a:tcPr>
                </a:tc>
                <a:tc>
                  <a:txBody>
                    <a:bodyPr/>
                    <a:lstStyle/>
                    <a:p>
                      <a:pPr>
                        <a:buNone/>
                      </a:pPr>
                      <a:r>
                        <a:rPr lang="en-GB" sz="1800"/>
                        <a:t>{1,4}</a:t>
                      </a:r>
                    </a:p>
                  </a:txBody>
                  <a:tcPr anchor="ctr">
                    <a:lnL>
                      <a:noFill/>
                    </a:lnL>
                    <a:lnR>
                      <a:noFill/>
                    </a:lnR>
                    <a:lnT>
                      <a:noFill/>
                    </a:lnT>
                    <a:lnB>
                      <a:noFill/>
                    </a:lnB>
                    <a:noFill/>
                  </a:tcPr>
                </a:tc>
                <a:tc>
                  <a:txBody>
                    <a:bodyPr/>
                    <a:lstStyle/>
                    <a:p>
                      <a:pPr algn="r">
                        <a:buNone/>
                      </a:pPr>
                      <a:r>
                        <a:rPr lang="en-GB" sz="1800"/>
                        <a:t>2+5=7</a:t>
                      </a:r>
                    </a:p>
                  </a:txBody>
                  <a:tcPr anchor="ctr">
                    <a:lnL>
                      <a:noFill/>
                    </a:lnL>
                    <a:lnR>
                      <a:noFill/>
                    </a:lnR>
                    <a:lnT>
                      <a:noFill/>
                    </a:lnT>
                    <a:lnB>
                      <a:noFill/>
                    </a:lnB>
                    <a:noFill/>
                  </a:tcPr>
                </a:tc>
                <a:tc>
                  <a:txBody>
                    <a:bodyPr/>
                    <a:lstStyle/>
                    <a:p>
                      <a:pPr algn="r">
                        <a:buNone/>
                      </a:pPr>
                      <a:r>
                        <a:rPr lang="en-GB" sz="1800"/>
                        <a:t>3+8=11</a:t>
                      </a:r>
                    </a:p>
                  </a:txBody>
                  <a:tcPr anchor="ctr">
                    <a:lnL>
                      <a:noFill/>
                    </a:lnL>
                    <a:lnR>
                      <a:noFill/>
                    </a:lnR>
                    <a:lnT>
                      <a:noFill/>
                    </a:lnT>
                    <a:lnB>
                      <a:noFill/>
                    </a:lnB>
                    <a:noFill/>
                  </a:tcPr>
                </a:tc>
                <a:tc>
                  <a:txBody>
                    <a:bodyPr/>
                    <a:lstStyle/>
                    <a:p>
                      <a:pPr algn="r">
                        <a:buNone/>
                      </a:pPr>
                      <a:r>
                        <a:rPr lang="en-GB" sz="1800"/>
                        <a:t>11</a:t>
                      </a:r>
                    </a:p>
                  </a:txBody>
                  <a:tcPr anchor="ctr">
                    <a:lnL>
                      <a:noFill/>
                    </a:lnL>
                    <a:lnR>
                      <a:noFill/>
                    </a:lnR>
                    <a:lnT>
                      <a:noFill/>
                    </a:lnT>
                    <a:lnB>
                      <a:noFill/>
                    </a:lnB>
                    <a:noFill/>
                  </a:tcPr>
                </a:tc>
                <a:extLst>
                  <a:ext uri="{0D108BD9-81ED-4DB2-BD59-A6C34878D82A}">
                    <a16:rowId xmlns:a16="http://schemas.microsoft.com/office/drawing/2014/main" val="2598653588"/>
                  </a:ext>
                </a:extLst>
              </a:tr>
              <a:tr h="365760">
                <a:tc>
                  <a:txBody>
                    <a:bodyPr/>
                    <a:lstStyle/>
                    <a:p>
                      <a:pPr>
                        <a:buNone/>
                      </a:pPr>
                      <a:r>
                        <a:rPr lang="en-GB" sz="1800"/>
                        <a:t>4</a:t>
                      </a:r>
                    </a:p>
                  </a:txBody>
                  <a:tcPr anchor="ctr">
                    <a:lnL>
                      <a:noFill/>
                    </a:lnL>
                    <a:lnR>
                      <a:noFill/>
                    </a:lnR>
                    <a:lnT>
                      <a:noFill/>
                    </a:lnT>
                    <a:lnB>
                      <a:noFill/>
                    </a:lnB>
                    <a:noFill/>
                  </a:tcPr>
                </a:tc>
                <a:tc>
                  <a:txBody>
                    <a:bodyPr/>
                    <a:lstStyle/>
                    <a:p>
                      <a:pPr>
                        <a:buNone/>
                      </a:pPr>
                      <a:r>
                        <a:rPr lang="en-GB" sz="1800"/>
                        <a:t>01100</a:t>
                      </a:r>
                    </a:p>
                  </a:txBody>
                  <a:tcPr anchor="ctr">
                    <a:lnL>
                      <a:noFill/>
                    </a:lnL>
                    <a:lnR>
                      <a:noFill/>
                    </a:lnR>
                    <a:lnT>
                      <a:noFill/>
                    </a:lnT>
                    <a:lnB>
                      <a:noFill/>
                    </a:lnB>
                    <a:noFill/>
                  </a:tcPr>
                </a:tc>
                <a:tc>
                  <a:txBody>
                    <a:bodyPr/>
                    <a:lstStyle/>
                    <a:p>
                      <a:pPr>
                        <a:buNone/>
                      </a:pPr>
                      <a:r>
                        <a:rPr lang="en-GB" sz="1800"/>
                        <a:t>{2,3}</a:t>
                      </a:r>
                    </a:p>
                  </a:txBody>
                  <a:tcPr anchor="ctr">
                    <a:lnL>
                      <a:noFill/>
                    </a:lnL>
                    <a:lnR>
                      <a:noFill/>
                    </a:lnR>
                    <a:lnT>
                      <a:noFill/>
                    </a:lnT>
                    <a:lnB>
                      <a:noFill/>
                    </a:lnB>
                    <a:noFill/>
                  </a:tcPr>
                </a:tc>
                <a:tc>
                  <a:txBody>
                    <a:bodyPr/>
                    <a:lstStyle/>
                    <a:p>
                      <a:pPr algn="r">
                        <a:buNone/>
                      </a:pPr>
                      <a:r>
                        <a:rPr lang="en-GB" sz="1800"/>
                        <a:t>3+4=7</a:t>
                      </a:r>
                    </a:p>
                  </a:txBody>
                  <a:tcPr anchor="ctr">
                    <a:lnL>
                      <a:noFill/>
                    </a:lnL>
                    <a:lnR>
                      <a:noFill/>
                    </a:lnR>
                    <a:lnT>
                      <a:noFill/>
                    </a:lnT>
                    <a:lnB>
                      <a:noFill/>
                    </a:lnB>
                    <a:noFill/>
                  </a:tcPr>
                </a:tc>
                <a:tc>
                  <a:txBody>
                    <a:bodyPr/>
                    <a:lstStyle/>
                    <a:p>
                      <a:pPr algn="r">
                        <a:buNone/>
                      </a:pPr>
                      <a:r>
                        <a:rPr lang="en-GB" sz="1800"/>
                        <a:t>4+8=12</a:t>
                      </a:r>
                    </a:p>
                  </a:txBody>
                  <a:tcPr anchor="ctr">
                    <a:lnL>
                      <a:noFill/>
                    </a:lnL>
                    <a:lnR>
                      <a:noFill/>
                    </a:lnR>
                    <a:lnT>
                      <a:noFill/>
                    </a:lnT>
                    <a:lnB>
                      <a:noFill/>
                    </a:lnB>
                    <a:noFill/>
                  </a:tcPr>
                </a:tc>
                <a:tc>
                  <a:txBody>
                    <a:bodyPr/>
                    <a:lstStyle/>
                    <a:p>
                      <a:pPr algn="r">
                        <a:buNone/>
                      </a:pPr>
                      <a:r>
                        <a:rPr lang="en-GB" sz="1800" dirty="0"/>
                        <a:t>12</a:t>
                      </a:r>
                    </a:p>
                  </a:txBody>
                  <a:tcPr anchor="ctr">
                    <a:lnL>
                      <a:noFill/>
                    </a:lnL>
                    <a:lnR>
                      <a:noFill/>
                    </a:lnR>
                    <a:lnT>
                      <a:noFill/>
                    </a:lnT>
                    <a:lnB>
                      <a:noFill/>
                    </a:lnB>
                    <a:noFill/>
                  </a:tcPr>
                </a:tc>
                <a:extLst>
                  <a:ext uri="{0D108BD9-81ED-4DB2-BD59-A6C34878D82A}">
                    <a16:rowId xmlns:a16="http://schemas.microsoft.com/office/drawing/2014/main" val="2131954495"/>
                  </a:ext>
                </a:extLst>
              </a:tr>
              <a:tr h="365760">
                <a:tc>
                  <a:txBody>
                    <a:bodyPr/>
                    <a:lstStyle/>
                    <a:p>
                      <a:pPr>
                        <a:buNone/>
                      </a:pPr>
                      <a:r>
                        <a:rPr lang="en-GB" sz="1800"/>
                        <a:t>5</a:t>
                      </a:r>
                    </a:p>
                  </a:txBody>
                  <a:tcPr anchor="ctr">
                    <a:lnL>
                      <a:noFill/>
                    </a:lnL>
                    <a:lnR>
                      <a:noFill/>
                    </a:lnR>
                    <a:lnT>
                      <a:noFill/>
                    </a:lnT>
                    <a:lnB>
                      <a:noFill/>
                    </a:lnB>
                    <a:noFill/>
                  </a:tcPr>
                </a:tc>
                <a:tc>
                  <a:txBody>
                    <a:bodyPr/>
                    <a:lstStyle/>
                    <a:p>
                      <a:pPr>
                        <a:buNone/>
                      </a:pPr>
                      <a:r>
                        <a:rPr lang="en-GB" sz="1800"/>
                        <a:t>10100</a:t>
                      </a:r>
                    </a:p>
                  </a:txBody>
                  <a:tcPr anchor="ctr">
                    <a:lnL>
                      <a:noFill/>
                    </a:lnL>
                    <a:lnR>
                      <a:noFill/>
                    </a:lnR>
                    <a:lnT>
                      <a:noFill/>
                    </a:lnT>
                    <a:lnB>
                      <a:noFill/>
                    </a:lnB>
                    <a:noFill/>
                  </a:tcPr>
                </a:tc>
                <a:tc>
                  <a:txBody>
                    <a:bodyPr/>
                    <a:lstStyle/>
                    <a:p>
                      <a:pPr>
                        <a:buNone/>
                      </a:pPr>
                      <a:r>
                        <a:rPr lang="en-GB" sz="1800"/>
                        <a:t>{1,3}</a:t>
                      </a:r>
                    </a:p>
                  </a:txBody>
                  <a:tcPr anchor="ctr">
                    <a:lnL>
                      <a:noFill/>
                    </a:lnL>
                    <a:lnR>
                      <a:noFill/>
                    </a:lnR>
                    <a:lnT>
                      <a:noFill/>
                    </a:lnT>
                    <a:lnB>
                      <a:noFill/>
                    </a:lnB>
                    <a:noFill/>
                  </a:tcPr>
                </a:tc>
                <a:tc>
                  <a:txBody>
                    <a:bodyPr/>
                    <a:lstStyle/>
                    <a:p>
                      <a:pPr algn="r">
                        <a:buNone/>
                      </a:pPr>
                      <a:r>
                        <a:rPr lang="en-GB" sz="1800"/>
                        <a:t>2+4=6</a:t>
                      </a:r>
                    </a:p>
                  </a:txBody>
                  <a:tcPr anchor="ctr">
                    <a:lnL>
                      <a:noFill/>
                    </a:lnL>
                    <a:lnR>
                      <a:noFill/>
                    </a:lnR>
                    <a:lnT>
                      <a:noFill/>
                    </a:lnT>
                    <a:lnB>
                      <a:noFill/>
                    </a:lnB>
                    <a:noFill/>
                  </a:tcPr>
                </a:tc>
                <a:tc>
                  <a:txBody>
                    <a:bodyPr/>
                    <a:lstStyle/>
                    <a:p>
                      <a:pPr algn="r">
                        <a:buNone/>
                      </a:pPr>
                      <a:r>
                        <a:rPr lang="en-GB" sz="1800"/>
                        <a:t>3+8=11</a:t>
                      </a:r>
                    </a:p>
                  </a:txBody>
                  <a:tcPr anchor="ctr">
                    <a:lnL>
                      <a:noFill/>
                    </a:lnL>
                    <a:lnR>
                      <a:noFill/>
                    </a:lnR>
                    <a:lnT>
                      <a:noFill/>
                    </a:lnT>
                    <a:lnB>
                      <a:noFill/>
                    </a:lnB>
                    <a:noFill/>
                  </a:tcPr>
                </a:tc>
                <a:tc>
                  <a:txBody>
                    <a:bodyPr/>
                    <a:lstStyle/>
                    <a:p>
                      <a:pPr algn="r">
                        <a:buNone/>
                      </a:pPr>
                      <a:r>
                        <a:rPr lang="en-GB" sz="1800" dirty="0"/>
                        <a:t>11</a:t>
                      </a:r>
                    </a:p>
                  </a:txBody>
                  <a:tcPr anchor="ctr">
                    <a:lnL>
                      <a:noFill/>
                    </a:lnL>
                    <a:lnR>
                      <a:noFill/>
                    </a:lnR>
                    <a:lnT>
                      <a:noFill/>
                    </a:lnT>
                    <a:lnB>
                      <a:noFill/>
                    </a:lnB>
                    <a:noFill/>
                  </a:tcPr>
                </a:tc>
                <a:extLst>
                  <a:ext uri="{0D108BD9-81ED-4DB2-BD59-A6C34878D82A}">
                    <a16:rowId xmlns:a16="http://schemas.microsoft.com/office/drawing/2014/main" val="751884582"/>
                  </a:ext>
                </a:extLst>
              </a:tr>
              <a:tr h="365760">
                <a:tc>
                  <a:txBody>
                    <a:bodyPr/>
                    <a:lstStyle/>
                    <a:p>
                      <a:pPr>
                        <a:buNone/>
                      </a:pPr>
                      <a:r>
                        <a:rPr lang="en-GB" sz="1800"/>
                        <a:t>6</a:t>
                      </a:r>
                    </a:p>
                  </a:txBody>
                  <a:tcPr anchor="ctr">
                    <a:lnL>
                      <a:noFill/>
                    </a:lnL>
                    <a:lnR>
                      <a:noFill/>
                    </a:lnR>
                    <a:lnT>
                      <a:noFill/>
                    </a:lnT>
                    <a:lnB>
                      <a:noFill/>
                    </a:lnB>
                    <a:noFill/>
                  </a:tcPr>
                </a:tc>
                <a:tc>
                  <a:txBody>
                    <a:bodyPr/>
                    <a:lstStyle/>
                    <a:p>
                      <a:pPr>
                        <a:buNone/>
                      </a:pPr>
                      <a:r>
                        <a:rPr lang="en-GB" sz="1800" b="1"/>
                        <a:t>00110</a:t>
                      </a:r>
                      <a:endParaRPr lang="en-GB" sz="1800"/>
                    </a:p>
                  </a:txBody>
                  <a:tcPr anchor="ctr">
                    <a:lnL>
                      <a:noFill/>
                    </a:lnL>
                    <a:lnR>
                      <a:noFill/>
                    </a:lnR>
                    <a:lnT>
                      <a:noFill/>
                    </a:lnT>
                    <a:lnB>
                      <a:noFill/>
                    </a:lnB>
                    <a:noFill/>
                  </a:tcPr>
                </a:tc>
                <a:tc>
                  <a:txBody>
                    <a:bodyPr/>
                    <a:lstStyle/>
                    <a:p>
                      <a:pPr>
                        <a:buNone/>
                      </a:pPr>
                      <a:r>
                        <a:rPr lang="en-GB" sz="1800" b="1"/>
                        <a:t>{3,4}</a:t>
                      </a:r>
                      <a:endParaRPr lang="en-GB" sz="1800"/>
                    </a:p>
                  </a:txBody>
                  <a:tcPr anchor="ctr">
                    <a:lnL>
                      <a:noFill/>
                    </a:lnL>
                    <a:lnR>
                      <a:noFill/>
                    </a:lnR>
                    <a:lnT>
                      <a:noFill/>
                    </a:lnT>
                    <a:lnB>
                      <a:noFill/>
                    </a:lnB>
                    <a:noFill/>
                  </a:tcPr>
                </a:tc>
                <a:tc>
                  <a:txBody>
                    <a:bodyPr/>
                    <a:lstStyle/>
                    <a:p>
                      <a:pPr algn="r">
                        <a:buNone/>
                      </a:pPr>
                      <a:r>
                        <a:rPr lang="en-GB" sz="1800" b="1"/>
                        <a:t>4+5=9</a:t>
                      </a:r>
                      <a:endParaRPr lang="en-GB" sz="1800"/>
                    </a:p>
                  </a:txBody>
                  <a:tcPr anchor="ctr">
                    <a:lnL>
                      <a:noFill/>
                    </a:lnL>
                    <a:lnR>
                      <a:noFill/>
                    </a:lnR>
                    <a:lnT>
                      <a:noFill/>
                    </a:lnT>
                    <a:lnB>
                      <a:noFill/>
                    </a:lnB>
                    <a:noFill/>
                  </a:tcPr>
                </a:tc>
                <a:tc>
                  <a:txBody>
                    <a:bodyPr/>
                    <a:lstStyle/>
                    <a:p>
                      <a:pPr algn="r">
                        <a:buNone/>
                      </a:pPr>
                      <a:r>
                        <a:rPr lang="en-GB" sz="1800" b="1"/>
                        <a:t>8+8=16</a:t>
                      </a:r>
                      <a:endParaRPr lang="en-GB" sz="1800"/>
                    </a:p>
                  </a:txBody>
                  <a:tcPr anchor="ctr">
                    <a:lnL>
                      <a:noFill/>
                    </a:lnL>
                    <a:lnR>
                      <a:noFill/>
                    </a:lnR>
                    <a:lnT>
                      <a:noFill/>
                    </a:lnT>
                    <a:lnB>
                      <a:noFill/>
                    </a:lnB>
                    <a:noFill/>
                  </a:tcPr>
                </a:tc>
                <a:tc>
                  <a:txBody>
                    <a:bodyPr/>
                    <a:lstStyle/>
                    <a:p>
                      <a:pPr algn="r">
                        <a:buNone/>
                      </a:pPr>
                      <a:r>
                        <a:rPr lang="en-GB" sz="1800" b="1" dirty="0"/>
                        <a:t>16</a:t>
                      </a:r>
                      <a:endParaRPr lang="en-GB" sz="1800" dirty="0"/>
                    </a:p>
                  </a:txBody>
                  <a:tcPr anchor="ctr">
                    <a:lnL>
                      <a:noFill/>
                    </a:lnL>
                    <a:lnR>
                      <a:noFill/>
                    </a:lnR>
                    <a:lnT>
                      <a:noFill/>
                    </a:lnT>
                    <a:lnB>
                      <a:noFill/>
                    </a:lnB>
                    <a:noFill/>
                  </a:tcPr>
                </a:tc>
                <a:extLst>
                  <a:ext uri="{0D108BD9-81ED-4DB2-BD59-A6C34878D82A}">
                    <a16:rowId xmlns:a16="http://schemas.microsoft.com/office/drawing/2014/main" val="1820695199"/>
                  </a:ext>
                </a:extLst>
              </a:tr>
            </a:tbl>
          </a:graphicData>
        </a:graphic>
      </p:graphicFrame>
      <p:sp>
        <p:nvSpPr>
          <p:cNvPr id="5" name="TextBox 4">
            <a:extLst>
              <a:ext uri="{FF2B5EF4-FFF2-40B4-BE49-F238E27FC236}">
                <a16:creationId xmlns:a16="http://schemas.microsoft.com/office/drawing/2014/main" id="{CE66B7DA-EBBA-84A3-1B85-C5D6011B8207}"/>
              </a:ext>
            </a:extLst>
          </p:cNvPr>
          <p:cNvSpPr txBox="1"/>
          <p:nvPr/>
        </p:nvSpPr>
        <p:spPr>
          <a:xfrm>
            <a:off x="2609213" y="5455082"/>
            <a:ext cx="6094520" cy="646331"/>
          </a:xfrm>
          <a:prstGeom prst="rect">
            <a:avLst/>
          </a:prstGeom>
          <a:noFill/>
        </p:spPr>
        <p:txBody>
          <a:bodyPr wrap="square">
            <a:spAutoFit/>
          </a:bodyPr>
          <a:lstStyle/>
          <a:p>
            <a:pPr algn="ctr"/>
            <a:r>
              <a:rPr lang="en-GB" b="1" dirty="0"/>
              <a:t>Best in Gen 1:</a:t>
            </a:r>
            <a:r>
              <a:rPr lang="en-GB" dirty="0"/>
              <a:t> (fitness 16)</a:t>
            </a:r>
          </a:p>
          <a:p>
            <a:pPr algn="ctr"/>
            <a:r>
              <a:rPr lang="en-GB" dirty="0"/>
              <a:t>Average fitness: 12.16 (an improvement from 8.33)</a:t>
            </a:r>
          </a:p>
        </p:txBody>
      </p:sp>
      <p:sp>
        <p:nvSpPr>
          <p:cNvPr id="3" name="TextBox 2">
            <a:extLst>
              <a:ext uri="{FF2B5EF4-FFF2-40B4-BE49-F238E27FC236}">
                <a16:creationId xmlns:a16="http://schemas.microsoft.com/office/drawing/2014/main" id="{CC9D40A7-78D9-C5F6-E772-BE148C8D2AB6}"/>
              </a:ext>
            </a:extLst>
          </p:cNvPr>
          <p:cNvSpPr txBox="1"/>
          <p:nvPr/>
        </p:nvSpPr>
        <p:spPr>
          <a:xfrm>
            <a:off x="5274732" y="1690688"/>
            <a:ext cx="1642535" cy="381000"/>
          </a:xfrm>
          <a:prstGeom prst="rect">
            <a:avLst/>
          </a:prstGeom>
          <a:noFill/>
        </p:spPr>
        <p:txBody>
          <a:bodyPr wrap="square" rtlCol="0">
            <a:spAutoFit/>
          </a:bodyPr>
          <a:lstStyle/>
          <a:p>
            <a:pPr algn="ctr"/>
            <a:r>
              <a:rPr lang="en-GB" b="1" dirty="0"/>
              <a:t>Generation 1</a:t>
            </a:r>
          </a:p>
        </p:txBody>
      </p:sp>
    </p:spTree>
    <p:extLst>
      <p:ext uri="{BB962C8B-B14F-4D97-AF65-F5344CB8AC3E}">
        <p14:creationId xmlns:p14="http://schemas.microsoft.com/office/powerpoint/2010/main" val="1488880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5927E-4135-5196-C7DE-BC99DAB71209}"/>
              </a:ext>
            </a:extLst>
          </p:cNvPr>
          <p:cNvSpPr>
            <a:spLocks noGrp="1"/>
          </p:cNvSpPr>
          <p:nvPr>
            <p:ph type="title"/>
          </p:nvPr>
        </p:nvSpPr>
        <p:spPr>
          <a:xfrm>
            <a:off x="213556" y="310735"/>
            <a:ext cx="5816361" cy="1330839"/>
          </a:xfrm>
        </p:spPr>
        <p:txBody>
          <a:bodyPr>
            <a:normAutofit/>
          </a:bodyPr>
          <a:lstStyle/>
          <a:p>
            <a:r>
              <a:rPr lang="en-GB" sz="3600" dirty="0"/>
              <a:t>Tresure hunt</a:t>
            </a:r>
          </a:p>
        </p:txBody>
      </p:sp>
      <p:sp>
        <p:nvSpPr>
          <p:cNvPr id="3" name="Content Placeholder 2">
            <a:extLst>
              <a:ext uri="{FF2B5EF4-FFF2-40B4-BE49-F238E27FC236}">
                <a16:creationId xmlns:a16="http://schemas.microsoft.com/office/drawing/2014/main" id="{484FDC4C-B61C-B518-C1A9-BBC3B02E53EC}"/>
              </a:ext>
            </a:extLst>
          </p:cNvPr>
          <p:cNvSpPr>
            <a:spLocks noGrp="1"/>
          </p:cNvSpPr>
          <p:nvPr>
            <p:ph idx="1"/>
          </p:nvPr>
        </p:nvSpPr>
        <p:spPr>
          <a:xfrm>
            <a:off x="5051464" y="1518350"/>
            <a:ext cx="7018977" cy="4361831"/>
          </a:xfrm>
        </p:spPr>
        <p:txBody>
          <a:bodyPr>
            <a:normAutofit/>
          </a:bodyPr>
          <a:lstStyle/>
          <a:p>
            <a:pPr algn="just"/>
            <a:r>
              <a:rPr lang="en-GB" sz="1800" dirty="0">
                <a:latin typeface="+mj-lt"/>
                <a:ea typeface="Cambria" panose="02040503050406030204" pitchFamily="18" charset="0"/>
              </a:rPr>
              <a:t>Imagine you're a treasure hunter on a grand adventure! You've got a mysterious map that shows a treasure buried underground, but there's a twist! The map doesn’t show the exact location of the treasure, but it does give you a clue - a special formula to follow </a:t>
            </a:r>
            <a:r>
              <a:rPr lang="en-GB" sz="1800" b="1" dirty="0">
                <a:latin typeface="+mj-lt"/>
                <a:ea typeface="Cambria" panose="02040503050406030204" pitchFamily="18" charset="0"/>
              </a:rPr>
              <a:t>y = x²</a:t>
            </a:r>
            <a:r>
              <a:rPr lang="en-GB" sz="1800" dirty="0">
                <a:latin typeface="+mj-lt"/>
                <a:ea typeface="Cambria" panose="02040503050406030204" pitchFamily="18" charset="0"/>
              </a:rPr>
              <a:t>.</a:t>
            </a:r>
          </a:p>
          <a:p>
            <a:pPr algn="just"/>
            <a:r>
              <a:rPr lang="en-GB" sz="1800" dirty="0">
                <a:latin typeface="+mj-lt"/>
                <a:ea typeface="Cambria" panose="02040503050406030204" pitchFamily="18" charset="0"/>
              </a:rPr>
              <a:t>This formula tells you how deep you can dig, if you dig at different spots along the ground. But here's the deal: the treasure is hidden at the lowest point, where the ground dips down the most—</a:t>
            </a:r>
            <a:r>
              <a:rPr lang="en-GB" sz="1800" b="1" dirty="0">
                <a:latin typeface="+mj-lt"/>
                <a:ea typeface="Cambria" panose="02040503050406030204" pitchFamily="18" charset="0"/>
              </a:rPr>
              <a:t>the deepest spot (the minimum value of y)!</a:t>
            </a:r>
            <a:endParaRPr lang="en-GB" sz="1800" dirty="0">
              <a:latin typeface="+mj-lt"/>
              <a:ea typeface="Cambria" panose="02040503050406030204" pitchFamily="18" charset="0"/>
            </a:endParaRPr>
          </a:p>
          <a:p>
            <a:pPr algn="just"/>
            <a:r>
              <a:rPr lang="en-GB" sz="1800" dirty="0">
                <a:latin typeface="+mj-lt"/>
                <a:ea typeface="Cambria" panose="02040503050406030204" pitchFamily="18" charset="0"/>
              </a:rPr>
              <a:t>You can explore the land between </a:t>
            </a:r>
            <a:r>
              <a:rPr lang="en-GB" sz="1800" b="1" dirty="0">
                <a:latin typeface="+mj-lt"/>
                <a:ea typeface="Cambria" panose="02040503050406030204" pitchFamily="18" charset="0"/>
              </a:rPr>
              <a:t>x = -10</a:t>
            </a:r>
            <a:r>
              <a:rPr lang="en-GB" sz="1800" dirty="0">
                <a:latin typeface="+mj-lt"/>
                <a:ea typeface="Cambria" panose="02040503050406030204" pitchFamily="18" charset="0"/>
              </a:rPr>
              <a:t> and </a:t>
            </a:r>
            <a:r>
              <a:rPr lang="en-GB" sz="1800" b="1" dirty="0">
                <a:latin typeface="+mj-lt"/>
                <a:ea typeface="Cambria" panose="02040503050406030204" pitchFamily="18" charset="0"/>
              </a:rPr>
              <a:t>x = 10</a:t>
            </a:r>
            <a:r>
              <a:rPr lang="en-GB" sz="1800" dirty="0">
                <a:latin typeface="+mj-lt"/>
                <a:ea typeface="Cambria" panose="02040503050406030204" pitchFamily="18" charset="0"/>
              </a:rPr>
              <a:t>, but somewhere in between lies the sweet spot where the ground is the lowest, and that's where the treasure is waiting for you!</a:t>
            </a:r>
          </a:p>
          <a:p>
            <a:pPr algn="just"/>
            <a:r>
              <a:rPr lang="en-GB" sz="1800" b="1" dirty="0">
                <a:latin typeface="+mj-lt"/>
                <a:ea typeface="Cambria" panose="02040503050406030204" pitchFamily="18" charset="0"/>
              </a:rPr>
              <a:t>Your mission: </a:t>
            </a:r>
            <a:r>
              <a:rPr lang="en-GB" sz="1800" dirty="0">
                <a:solidFill>
                  <a:srgbClr val="FF0000"/>
                </a:solidFill>
                <a:latin typeface="+mj-lt"/>
                <a:ea typeface="Cambria" panose="02040503050406030204" pitchFamily="18" charset="0"/>
              </a:rPr>
              <a:t>figure out where to start digging to reach the deepest point and find the treasure!</a:t>
            </a:r>
          </a:p>
        </p:txBody>
      </p:sp>
      <p:grpSp>
        <p:nvGrpSpPr>
          <p:cNvPr id="48" name="Group 47">
            <a:extLst>
              <a:ext uri="{FF2B5EF4-FFF2-40B4-BE49-F238E27FC236}">
                <a16:creationId xmlns:a16="http://schemas.microsoft.com/office/drawing/2014/main" id="{834BE3A9-13BD-7B5E-D468-6169A386F12B}"/>
              </a:ext>
            </a:extLst>
          </p:cNvPr>
          <p:cNvGrpSpPr/>
          <p:nvPr/>
        </p:nvGrpSpPr>
        <p:grpSpPr>
          <a:xfrm>
            <a:off x="213556" y="0"/>
            <a:ext cx="4809132" cy="4835093"/>
            <a:chOff x="213555" y="383989"/>
            <a:chExt cx="5737464" cy="5768436"/>
          </a:xfrm>
        </p:grpSpPr>
        <p:grpSp>
          <p:nvGrpSpPr>
            <p:cNvPr id="33" name="Group 32">
              <a:extLst>
                <a:ext uri="{FF2B5EF4-FFF2-40B4-BE49-F238E27FC236}">
                  <a16:creationId xmlns:a16="http://schemas.microsoft.com/office/drawing/2014/main" id="{4A31959A-F3C1-DA7D-8AED-5B8FC1A3305B}"/>
                </a:ext>
              </a:extLst>
            </p:cNvPr>
            <p:cNvGrpSpPr/>
            <p:nvPr/>
          </p:nvGrpSpPr>
          <p:grpSpPr>
            <a:xfrm>
              <a:off x="213555" y="383989"/>
              <a:ext cx="5737464" cy="5768436"/>
              <a:chOff x="7024680" y="776606"/>
              <a:chExt cx="5258319" cy="5246731"/>
            </a:xfrm>
          </p:grpSpPr>
          <p:grpSp>
            <p:nvGrpSpPr>
              <p:cNvPr id="34" name="Group 33">
                <a:extLst>
                  <a:ext uri="{FF2B5EF4-FFF2-40B4-BE49-F238E27FC236}">
                    <a16:creationId xmlns:a16="http://schemas.microsoft.com/office/drawing/2014/main" id="{BB33AADB-999C-6643-BF5F-461C863D53AE}"/>
                  </a:ext>
                </a:extLst>
              </p:cNvPr>
              <p:cNvGrpSpPr/>
              <p:nvPr/>
            </p:nvGrpSpPr>
            <p:grpSpPr>
              <a:xfrm>
                <a:off x="7024680" y="776606"/>
                <a:ext cx="5258319" cy="5246731"/>
                <a:chOff x="7894368" y="3542370"/>
                <a:chExt cx="5258319" cy="5246731"/>
              </a:xfrm>
            </p:grpSpPr>
            <p:pic>
              <p:nvPicPr>
                <p:cNvPr id="44" name="Picture 43" descr="A close-up of a rock&#10;&#10;Description automatically generated">
                  <a:extLst>
                    <a:ext uri="{FF2B5EF4-FFF2-40B4-BE49-F238E27FC236}">
                      <a16:creationId xmlns:a16="http://schemas.microsoft.com/office/drawing/2014/main" id="{A3EBBE62-2BB3-F81B-A5E6-60A38F3F5EB5}"/>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7894368" y="6057626"/>
                  <a:ext cx="5258319" cy="2731475"/>
                </a:xfrm>
                <a:prstGeom prst="rect">
                  <a:avLst/>
                </a:prstGeom>
              </p:spPr>
            </p:pic>
            <p:sp>
              <p:nvSpPr>
                <p:cNvPr id="45" name="Arc 44">
                  <a:extLst>
                    <a:ext uri="{FF2B5EF4-FFF2-40B4-BE49-F238E27FC236}">
                      <a16:creationId xmlns:a16="http://schemas.microsoft.com/office/drawing/2014/main" id="{CC660241-FE33-D4C8-A0E1-D9058A9AA780}"/>
                    </a:ext>
                  </a:extLst>
                </p:cNvPr>
                <p:cNvSpPr/>
                <p:nvPr/>
              </p:nvSpPr>
              <p:spPr>
                <a:xfrm rot="10800000">
                  <a:off x="8903784" y="3542370"/>
                  <a:ext cx="3345207" cy="3787700"/>
                </a:xfrm>
                <a:prstGeom prst="arc">
                  <a:avLst>
                    <a:gd name="adj1" fmla="val 12134396"/>
                    <a:gd name="adj2" fmla="val 20337749"/>
                  </a:avLst>
                </a:prstGeom>
                <a:blipFill>
                  <a:blip r:embed="rId5"/>
                  <a:tile tx="0" ty="0" sx="100000" sy="100000" flip="none" algn="tl"/>
                </a:blipFill>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grpSp>
          <p:grpSp>
            <p:nvGrpSpPr>
              <p:cNvPr id="35" name="Group 34">
                <a:extLst>
                  <a:ext uri="{FF2B5EF4-FFF2-40B4-BE49-F238E27FC236}">
                    <a16:creationId xmlns:a16="http://schemas.microsoft.com/office/drawing/2014/main" id="{0C20D688-731A-7840-4ACF-4DFA69897EF0}"/>
                  </a:ext>
                </a:extLst>
              </p:cNvPr>
              <p:cNvGrpSpPr/>
              <p:nvPr/>
            </p:nvGrpSpPr>
            <p:grpSpPr>
              <a:xfrm>
                <a:off x="7675923" y="2283376"/>
                <a:ext cx="4106283" cy="2297546"/>
                <a:chOff x="7572474" y="2453278"/>
                <a:chExt cx="4106283" cy="2297546"/>
              </a:xfrm>
            </p:grpSpPr>
            <p:sp>
              <p:nvSpPr>
                <p:cNvPr id="36" name="TextBox 35">
                  <a:extLst>
                    <a:ext uri="{FF2B5EF4-FFF2-40B4-BE49-F238E27FC236}">
                      <a16:creationId xmlns:a16="http://schemas.microsoft.com/office/drawing/2014/main" id="{7E58B2CD-BD77-DB44-6A93-5CFC2EDC2FF9}"/>
                    </a:ext>
                  </a:extLst>
                </p:cNvPr>
                <p:cNvSpPr txBox="1"/>
                <p:nvPr/>
              </p:nvSpPr>
              <p:spPr>
                <a:xfrm>
                  <a:off x="8435759" y="3942686"/>
                  <a:ext cx="856277" cy="369332"/>
                </a:xfrm>
                <a:prstGeom prst="rect">
                  <a:avLst/>
                </a:prstGeom>
                <a:noFill/>
              </p:spPr>
              <p:txBody>
                <a:bodyPr wrap="square">
                  <a:spAutoFit/>
                </a:bodyPr>
                <a:lstStyle/>
                <a:p>
                  <a:pPr defTabSz="694944">
                    <a:spcAft>
                      <a:spcPts val="600"/>
                    </a:spcAft>
                  </a:pPr>
                  <a:r>
                    <a:rPr lang="en-GB" sz="1368" b="1" kern="1200">
                      <a:solidFill>
                        <a:schemeClr val="tx2"/>
                      </a:solidFill>
                      <a:latin typeface="+mn-lt"/>
                      <a:ea typeface="+mn-ea"/>
                      <a:cs typeface="+mn-cs"/>
                    </a:rPr>
                    <a:t>y = x²</a:t>
                  </a:r>
                  <a:endParaRPr lang="en-GB"/>
                </a:p>
              </p:txBody>
            </p:sp>
            <p:pic>
              <p:nvPicPr>
                <p:cNvPr id="37" name="Graphic 36" descr="Diamond">
                  <a:extLst>
                    <a:ext uri="{FF2B5EF4-FFF2-40B4-BE49-F238E27FC236}">
                      <a16:creationId xmlns:a16="http://schemas.microsoft.com/office/drawing/2014/main" id="{DBE8D6C9-31F9-7B5D-7FB5-7A54ABCF0F2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55480" y="4570640"/>
                  <a:ext cx="180184" cy="180184"/>
                </a:xfrm>
                <a:prstGeom prst="rect">
                  <a:avLst/>
                </a:prstGeom>
              </p:spPr>
            </p:pic>
            <p:sp>
              <p:nvSpPr>
                <p:cNvPr id="38" name="Rectangle 37">
                  <a:extLst>
                    <a:ext uri="{FF2B5EF4-FFF2-40B4-BE49-F238E27FC236}">
                      <a16:creationId xmlns:a16="http://schemas.microsoft.com/office/drawing/2014/main" id="{D151F878-9ADC-B5BC-C2FC-91A714E9D98F}"/>
                    </a:ext>
                  </a:extLst>
                </p:cNvPr>
                <p:cNvSpPr/>
                <p:nvPr/>
              </p:nvSpPr>
              <p:spPr>
                <a:xfrm>
                  <a:off x="8031669" y="2453278"/>
                  <a:ext cx="3227806" cy="10141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0" name="Straight Connector 39">
                  <a:extLst>
                    <a:ext uri="{FF2B5EF4-FFF2-40B4-BE49-F238E27FC236}">
                      <a16:creationId xmlns:a16="http://schemas.microsoft.com/office/drawing/2014/main" id="{A8151978-2102-0E53-2F8B-B57737C7E61A}"/>
                    </a:ext>
                  </a:extLst>
                </p:cNvPr>
                <p:cNvCxnSpPr/>
                <p:nvPr/>
              </p:nvCxnSpPr>
              <p:spPr>
                <a:xfrm>
                  <a:off x="7935736" y="3435902"/>
                  <a:ext cx="3345207" cy="0"/>
                </a:xfrm>
                <a:prstGeom prst="line">
                  <a:avLst/>
                </a:prstGeom>
                <a:ln w="38100">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41" name="TextBox 40">
                  <a:extLst>
                    <a:ext uri="{FF2B5EF4-FFF2-40B4-BE49-F238E27FC236}">
                      <a16:creationId xmlns:a16="http://schemas.microsoft.com/office/drawing/2014/main" id="{1388D600-CC13-FBB5-352F-3A462FE07318}"/>
                    </a:ext>
                  </a:extLst>
                </p:cNvPr>
                <p:cNvSpPr txBox="1"/>
                <p:nvPr/>
              </p:nvSpPr>
              <p:spPr>
                <a:xfrm>
                  <a:off x="10831280" y="3042908"/>
                  <a:ext cx="847477" cy="369332"/>
                </a:xfrm>
                <a:prstGeom prst="rect">
                  <a:avLst/>
                </a:prstGeom>
                <a:noFill/>
              </p:spPr>
              <p:txBody>
                <a:bodyPr wrap="square">
                  <a:spAutoFit/>
                </a:bodyPr>
                <a:lstStyle/>
                <a:p>
                  <a:pPr defTabSz="694944">
                    <a:spcAft>
                      <a:spcPts val="600"/>
                    </a:spcAft>
                  </a:pPr>
                  <a:r>
                    <a:rPr lang="en-GB" sz="1368" b="1" kern="1200">
                      <a:solidFill>
                        <a:schemeClr val="tx2"/>
                      </a:solidFill>
                      <a:latin typeface="+mn-lt"/>
                      <a:ea typeface="+mn-ea"/>
                      <a:cs typeface="+mn-cs"/>
                    </a:rPr>
                    <a:t>x = 10</a:t>
                  </a:r>
                  <a:r>
                    <a:rPr lang="en-GB" sz="1368" kern="1200">
                      <a:solidFill>
                        <a:schemeClr val="tx2"/>
                      </a:solidFill>
                      <a:latin typeface="+mn-lt"/>
                      <a:ea typeface="+mn-ea"/>
                      <a:cs typeface="+mn-cs"/>
                    </a:rPr>
                    <a:t> </a:t>
                  </a:r>
                  <a:endParaRPr lang="en-GB"/>
                </a:p>
              </p:txBody>
            </p:sp>
            <p:sp>
              <p:nvSpPr>
                <p:cNvPr id="42" name="TextBox 41">
                  <a:extLst>
                    <a:ext uri="{FF2B5EF4-FFF2-40B4-BE49-F238E27FC236}">
                      <a16:creationId xmlns:a16="http://schemas.microsoft.com/office/drawing/2014/main" id="{139C487F-547E-FD06-D31F-6DB92C6D7777}"/>
                    </a:ext>
                  </a:extLst>
                </p:cNvPr>
                <p:cNvSpPr txBox="1"/>
                <p:nvPr/>
              </p:nvSpPr>
              <p:spPr>
                <a:xfrm>
                  <a:off x="7572474" y="3086010"/>
                  <a:ext cx="1036493" cy="369332"/>
                </a:xfrm>
                <a:prstGeom prst="rect">
                  <a:avLst/>
                </a:prstGeom>
                <a:noFill/>
              </p:spPr>
              <p:txBody>
                <a:bodyPr wrap="square">
                  <a:spAutoFit/>
                </a:bodyPr>
                <a:lstStyle/>
                <a:p>
                  <a:pPr defTabSz="694944">
                    <a:spcAft>
                      <a:spcPts val="600"/>
                    </a:spcAft>
                  </a:pPr>
                  <a:r>
                    <a:rPr lang="en-GB" sz="1368" b="1" kern="1200">
                      <a:solidFill>
                        <a:schemeClr val="tx2"/>
                      </a:solidFill>
                      <a:latin typeface="+mn-lt"/>
                      <a:ea typeface="+mn-ea"/>
                      <a:cs typeface="+mn-cs"/>
                    </a:rPr>
                    <a:t>x = -10</a:t>
                  </a:r>
                  <a:r>
                    <a:rPr lang="en-GB" sz="1368" kern="1200">
                      <a:solidFill>
                        <a:schemeClr val="tx2"/>
                      </a:solidFill>
                      <a:latin typeface="+mn-lt"/>
                      <a:ea typeface="+mn-ea"/>
                      <a:cs typeface="+mn-cs"/>
                    </a:rPr>
                    <a:t> </a:t>
                  </a:r>
                  <a:endParaRPr lang="en-GB"/>
                </a:p>
              </p:txBody>
            </p:sp>
            <p:pic>
              <p:nvPicPr>
                <p:cNvPr id="43" name="Picture 42" descr="A black background with a black square&#10;&#10;Description automatically generated with medium confidence">
                  <a:extLst>
                    <a:ext uri="{FF2B5EF4-FFF2-40B4-BE49-F238E27FC236}">
                      <a16:creationId xmlns:a16="http://schemas.microsoft.com/office/drawing/2014/main" id="{7FC306AB-66B2-F6F5-B77D-E90040976A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16329" y="2882251"/>
                  <a:ext cx="495135" cy="495135"/>
                </a:xfrm>
                <a:prstGeom prst="rect">
                  <a:avLst/>
                </a:prstGeom>
              </p:spPr>
            </p:pic>
          </p:grpSp>
        </p:grpSp>
        <p:pic>
          <p:nvPicPr>
            <p:cNvPr id="47" name="Picture 46" descr="A blue diamond on a black background&#10;&#10;Description automatically generated">
              <a:extLst>
                <a:ext uri="{FF2B5EF4-FFF2-40B4-BE49-F238E27FC236}">
                  <a16:creationId xmlns:a16="http://schemas.microsoft.com/office/drawing/2014/main" id="{6334C0DC-846A-912A-6A18-33DF8B14709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85372" y="4249349"/>
              <a:ext cx="401537" cy="401537"/>
            </a:xfrm>
            <a:prstGeom prst="rect">
              <a:avLst/>
            </a:prstGeom>
          </p:spPr>
        </p:pic>
      </p:grpSp>
    </p:spTree>
    <p:extLst>
      <p:ext uri="{BB962C8B-B14F-4D97-AF65-F5344CB8AC3E}">
        <p14:creationId xmlns:p14="http://schemas.microsoft.com/office/powerpoint/2010/main" val="550005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7C3E97-4710-C40B-7956-F6AAB91099BD}"/>
              </a:ext>
            </a:extLst>
          </p:cNvPr>
          <p:cNvPicPr>
            <a:picLocks noChangeAspect="1"/>
          </p:cNvPicPr>
          <p:nvPr/>
        </p:nvPicPr>
        <p:blipFill>
          <a:blip r:embed="rId2"/>
          <a:stretch>
            <a:fillRect/>
          </a:stretch>
        </p:blipFill>
        <p:spPr>
          <a:xfrm>
            <a:off x="7102136" y="1042941"/>
            <a:ext cx="4741515" cy="3786511"/>
          </a:xfrm>
          <a:prstGeom prst="rect">
            <a:avLst/>
          </a:prstGeom>
        </p:spPr>
      </p:pic>
      <p:sp>
        <p:nvSpPr>
          <p:cNvPr id="3" name="TextBox 2">
            <a:extLst>
              <a:ext uri="{FF2B5EF4-FFF2-40B4-BE49-F238E27FC236}">
                <a16:creationId xmlns:a16="http://schemas.microsoft.com/office/drawing/2014/main" id="{7EA31FB0-FEE5-790A-7DDF-A370F6F93B11}"/>
              </a:ext>
            </a:extLst>
          </p:cNvPr>
          <p:cNvSpPr txBox="1"/>
          <p:nvPr/>
        </p:nvSpPr>
        <p:spPr>
          <a:xfrm>
            <a:off x="697309" y="515228"/>
            <a:ext cx="6404827" cy="5719514"/>
          </a:xfrm>
          <a:prstGeom prst="rect">
            <a:avLst/>
          </a:prstGeom>
          <a:noFill/>
        </p:spPr>
        <p:txBody>
          <a:bodyPr wrap="square" rtlCol="0">
            <a:spAutoFit/>
          </a:bodyPr>
          <a:lstStyle/>
          <a:p>
            <a:r>
              <a:rPr lang="en-GB" b="1" dirty="0"/>
              <a:t>Minimize y = x² in the interval [-10, 10]</a:t>
            </a:r>
          </a:p>
          <a:p>
            <a:endParaRPr lang="en-GB" dirty="0"/>
          </a:p>
          <a:p>
            <a:r>
              <a:rPr lang="en-GB" b="1" dirty="0"/>
              <a:t>1. Initialization</a:t>
            </a:r>
          </a:p>
          <a:p>
            <a:pPr marL="285750" indent="-285750">
              <a:spcBef>
                <a:spcPts val="500"/>
              </a:spcBef>
              <a:buFont typeface="Arial" panose="020B0604020202020204" pitchFamily="34" charset="0"/>
              <a:buChar char="•"/>
            </a:pPr>
            <a:r>
              <a:rPr lang="en-GB" dirty="0"/>
              <a:t>We choose a </a:t>
            </a:r>
            <a:r>
              <a:rPr lang="en-GB" b="1" dirty="0"/>
              <a:t>population size</a:t>
            </a:r>
            <a:r>
              <a:rPr lang="en-GB" dirty="0"/>
              <a:t>, say N.</a:t>
            </a:r>
          </a:p>
          <a:p>
            <a:pPr marL="285750" indent="-285750">
              <a:spcBef>
                <a:spcPts val="500"/>
              </a:spcBef>
              <a:buFont typeface="Arial" panose="020B0604020202020204" pitchFamily="34" charset="0"/>
              <a:buChar char="•"/>
            </a:pPr>
            <a:r>
              <a:rPr lang="en-GB" dirty="0"/>
              <a:t>We generate N candidate solutions (often called “individuals” or “chromosomes”), each corresponding to a value of x.</a:t>
            </a:r>
          </a:p>
          <a:p>
            <a:pPr marL="285750" indent="-285750">
              <a:spcBef>
                <a:spcPts val="500"/>
              </a:spcBef>
              <a:buFont typeface="Arial" panose="020B0604020202020204" pitchFamily="34" charset="0"/>
              <a:buChar char="•"/>
            </a:pPr>
            <a:r>
              <a:rPr lang="en-GB" dirty="0"/>
              <a:t>In previous case x was encoded in binary, but here let’s consider real values directly.</a:t>
            </a:r>
          </a:p>
          <a:p>
            <a:pPr>
              <a:spcBef>
                <a:spcPts val="500"/>
              </a:spcBef>
            </a:pPr>
            <a:r>
              <a:rPr lang="en-GB" b="1" dirty="0"/>
              <a:t>Example</a:t>
            </a:r>
            <a:endParaRPr lang="en-GB" dirty="0"/>
          </a:p>
          <a:p>
            <a:pPr marL="285750" indent="-285750">
              <a:spcBef>
                <a:spcPts val="500"/>
              </a:spcBef>
              <a:buFont typeface="Arial" panose="020B0604020202020204" pitchFamily="34" charset="0"/>
              <a:buChar char="•"/>
            </a:pPr>
            <a:r>
              <a:rPr lang="en-GB" dirty="0"/>
              <a:t>Let N = 4.</a:t>
            </a:r>
          </a:p>
          <a:p>
            <a:pPr marL="285750" indent="-285750">
              <a:spcBef>
                <a:spcPts val="500"/>
              </a:spcBef>
              <a:buFont typeface="Arial" panose="020B0604020202020204" pitchFamily="34" charset="0"/>
              <a:buChar char="•"/>
            </a:pPr>
            <a:r>
              <a:rPr lang="en-GB" dirty="0"/>
              <a:t>We randomly initialize 4 real-valued solutions xᵢ in the interval [−10, 10].</a:t>
            </a:r>
          </a:p>
          <a:p>
            <a:pPr marL="285750" indent="-285750">
              <a:spcBef>
                <a:spcPts val="500"/>
              </a:spcBef>
              <a:buFont typeface="Arial" panose="020B0604020202020204" pitchFamily="34" charset="0"/>
              <a:buChar char="•"/>
            </a:pPr>
            <a:r>
              <a:rPr lang="en-GB" dirty="0"/>
              <a:t>Suppose we get:</a:t>
            </a:r>
          </a:p>
          <a:p>
            <a:pPr algn="ctr">
              <a:spcBef>
                <a:spcPts val="500"/>
              </a:spcBef>
            </a:pPr>
            <a:r>
              <a:rPr lang="en-GB" dirty="0"/>
              <a:t>x</a:t>
            </a:r>
            <a:r>
              <a:rPr lang="en-GB" baseline="-25000" dirty="0"/>
              <a:t>(1)</a:t>
            </a:r>
            <a:r>
              <a:rPr lang="en-GB" dirty="0"/>
              <a:t> = 6, x</a:t>
            </a:r>
            <a:r>
              <a:rPr lang="en-GB" baseline="-25000" dirty="0"/>
              <a:t>(2)</a:t>
            </a:r>
            <a:r>
              <a:rPr lang="en-GB" dirty="0"/>
              <a:t> = -2.4, x</a:t>
            </a:r>
            <a:r>
              <a:rPr lang="en-GB" baseline="-25000" dirty="0"/>
              <a:t>(3)</a:t>
            </a:r>
            <a:r>
              <a:rPr lang="en-GB" dirty="0"/>
              <a:t> =  9, x</a:t>
            </a:r>
            <a:r>
              <a:rPr lang="en-GB" baseline="-25000" dirty="0"/>
              <a:t>(4)</a:t>
            </a:r>
            <a:r>
              <a:rPr lang="en-GB" dirty="0"/>
              <a:t> = 7.4.</a:t>
            </a:r>
          </a:p>
          <a:p>
            <a:pPr>
              <a:spcBef>
                <a:spcPts val="500"/>
              </a:spcBef>
            </a:pPr>
            <a:r>
              <a:rPr lang="en-GB" dirty="0"/>
              <a:t>So, our initial population</a:t>
            </a:r>
          </a:p>
          <a:p>
            <a:pPr algn="ctr">
              <a:spcBef>
                <a:spcPts val="500"/>
              </a:spcBef>
            </a:pPr>
            <a:r>
              <a:rPr lang="en-GB" dirty="0"/>
              <a:t>P</a:t>
            </a:r>
            <a:r>
              <a:rPr lang="en-GB" baseline="-25000" dirty="0"/>
              <a:t>(0)</a:t>
            </a:r>
            <a:r>
              <a:rPr lang="en-GB" dirty="0"/>
              <a:t> = {6, -2.4, 9, 7.4]</a:t>
            </a:r>
          </a:p>
          <a:p>
            <a:endParaRPr lang="en-GB" dirty="0"/>
          </a:p>
        </p:txBody>
      </p:sp>
    </p:spTree>
    <p:extLst>
      <p:ext uri="{BB962C8B-B14F-4D97-AF65-F5344CB8AC3E}">
        <p14:creationId xmlns:p14="http://schemas.microsoft.com/office/powerpoint/2010/main" val="112347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49F7E9-6AB2-8621-496F-503A068CDC07}"/>
              </a:ext>
            </a:extLst>
          </p:cNvPr>
          <p:cNvPicPr>
            <a:picLocks noChangeAspect="1"/>
          </p:cNvPicPr>
          <p:nvPr/>
        </p:nvPicPr>
        <p:blipFill>
          <a:blip r:embed="rId2"/>
          <a:stretch>
            <a:fillRect/>
          </a:stretch>
        </p:blipFill>
        <p:spPr>
          <a:xfrm>
            <a:off x="6475667" y="2327734"/>
            <a:ext cx="5401175" cy="4313306"/>
          </a:xfrm>
          <a:prstGeom prst="rect">
            <a:avLst/>
          </a:prstGeom>
        </p:spPr>
      </p:pic>
      <p:sp>
        <p:nvSpPr>
          <p:cNvPr id="6" name="TextBox 5">
            <a:extLst>
              <a:ext uri="{FF2B5EF4-FFF2-40B4-BE49-F238E27FC236}">
                <a16:creationId xmlns:a16="http://schemas.microsoft.com/office/drawing/2014/main" id="{B42D6557-D1E6-71B5-CB41-01290EE53BDF}"/>
              </a:ext>
            </a:extLst>
          </p:cNvPr>
          <p:cNvSpPr txBox="1"/>
          <p:nvPr/>
        </p:nvSpPr>
        <p:spPr>
          <a:xfrm>
            <a:off x="916290" y="545012"/>
            <a:ext cx="9150575" cy="5506636"/>
          </a:xfrm>
          <a:prstGeom prst="rect">
            <a:avLst/>
          </a:prstGeom>
          <a:noFill/>
        </p:spPr>
        <p:txBody>
          <a:bodyPr wrap="square">
            <a:spAutoFit/>
          </a:bodyPr>
          <a:lstStyle/>
          <a:p>
            <a:pPr>
              <a:buNone/>
            </a:pPr>
            <a:r>
              <a:rPr lang="en-GB" b="1" dirty="0"/>
              <a:t>2. Evaluation (Fitness Assessment)</a:t>
            </a:r>
          </a:p>
          <a:p>
            <a:pPr>
              <a:buNone/>
            </a:pPr>
            <a:endParaRPr lang="en-GB" dirty="0"/>
          </a:p>
          <a:p>
            <a:pPr marL="285750" indent="-285750">
              <a:buFont typeface="Wingdings" panose="05000000000000000000" pitchFamily="2" charset="2"/>
              <a:buChar char="q"/>
            </a:pPr>
            <a:r>
              <a:rPr lang="en-GB" dirty="0"/>
              <a:t>We compute the objective function f(x) for each candidate in the population.</a:t>
            </a:r>
          </a:p>
          <a:p>
            <a:pPr marL="285750" indent="-285750">
              <a:buFont typeface="Wingdings" panose="05000000000000000000" pitchFamily="2" charset="2"/>
              <a:buChar char="q"/>
            </a:pPr>
            <a:r>
              <a:rPr lang="en-GB" dirty="0"/>
              <a:t>Since we want to </a:t>
            </a:r>
            <a:r>
              <a:rPr lang="en-GB" b="1" dirty="0"/>
              <a:t>minimize</a:t>
            </a:r>
            <a:r>
              <a:rPr lang="en-GB" dirty="0"/>
              <a:t> f(x) = x², lower values of x² are “better.”</a:t>
            </a:r>
          </a:p>
          <a:p>
            <a:pPr>
              <a:buNone/>
            </a:pPr>
            <a:endParaRPr lang="en-GB" b="1" dirty="0"/>
          </a:p>
          <a:p>
            <a:pPr>
              <a:buNone/>
            </a:pPr>
            <a:r>
              <a:rPr lang="en-GB" b="1" dirty="0"/>
              <a:t>Example</a:t>
            </a:r>
            <a:endParaRPr lang="en-GB" dirty="0"/>
          </a:p>
          <a:p>
            <a:pPr lvl="2">
              <a:spcBef>
                <a:spcPts val="500"/>
              </a:spcBef>
            </a:pPr>
            <a:r>
              <a:rPr lang="en-GB" dirty="0"/>
              <a:t>Compute f(x) = x² for each individual:</a:t>
            </a:r>
          </a:p>
          <a:p>
            <a:pPr lvl="3">
              <a:spcBef>
                <a:spcPts val="500"/>
              </a:spcBef>
            </a:pPr>
            <a:r>
              <a:rPr lang="en-GB" dirty="0"/>
              <a:t>f(x</a:t>
            </a:r>
            <a:r>
              <a:rPr lang="en-GB" baseline="-25000" dirty="0"/>
              <a:t>1</a:t>
            </a:r>
            <a:r>
              <a:rPr lang="en-GB" dirty="0"/>
              <a:t>) = f (6) = 36</a:t>
            </a:r>
          </a:p>
          <a:p>
            <a:pPr lvl="3">
              <a:spcBef>
                <a:spcPts val="500"/>
              </a:spcBef>
            </a:pPr>
            <a:r>
              <a:rPr lang="en-GB" dirty="0"/>
              <a:t>f(x</a:t>
            </a:r>
            <a:r>
              <a:rPr lang="en-GB" baseline="-25000" dirty="0"/>
              <a:t>2</a:t>
            </a:r>
            <a:r>
              <a:rPr lang="en-GB" dirty="0"/>
              <a:t>) = f (-2.4) = 5.76</a:t>
            </a:r>
          </a:p>
          <a:p>
            <a:pPr lvl="3">
              <a:spcBef>
                <a:spcPts val="500"/>
              </a:spcBef>
            </a:pPr>
            <a:r>
              <a:rPr lang="en-GB" dirty="0"/>
              <a:t>f(x</a:t>
            </a:r>
            <a:r>
              <a:rPr lang="en-GB" baseline="-25000" dirty="0"/>
              <a:t>3</a:t>
            </a:r>
            <a:r>
              <a:rPr lang="en-GB" dirty="0"/>
              <a:t>) = f (9) = 81 </a:t>
            </a:r>
          </a:p>
          <a:p>
            <a:pPr lvl="3">
              <a:spcBef>
                <a:spcPts val="500"/>
              </a:spcBef>
            </a:pPr>
            <a:r>
              <a:rPr lang="en-GB" dirty="0"/>
              <a:t>f(x</a:t>
            </a:r>
            <a:r>
              <a:rPr lang="en-GB" baseline="-25000" dirty="0"/>
              <a:t>4</a:t>
            </a:r>
            <a:r>
              <a:rPr lang="en-GB" dirty="0"/>
              <a:t>) = f (7.4) = 54.76</a:t>
            </a:r>
          </a:p>
          <a:p>
            <a:pPr lvl="2">
              <a:spcBef>
                <a:spcPts val="500"/>
              </a:spcBef>
            </a:pPr>
            <a:endParaRPr lang="en-GB" dirty="0"/>
          </a:p>
          <a:p>
            <a:pPr lvl="2">
              <a:spcBef>
                <a:spcPts val="500"/>
              </a:spcBef>
            </a:pPr>
            <a:r>
              <a:rPr lang="en-GB" dirty="0"/>
              <a:t>Ranking from best (lowest x²) to worst:</a:t>
            </a:r>
          </a:p>
          <a:p>
            <a:pPr lvl="3">
              <a:spcBef>
                <a:spcPts val="500"/>
              </a:spcBef>
            </a:pPr>
            <a:r>
              <a:rPr lang="en-GB" dirty="0"/>
              <a:t>f(x</a:t>
            </a:r>
            <a:r>
              <a:rPr lang="en-GB" baseline="-25000" dirty="0"/>
              <a:t>1</a:t>
            </a:r>
            <a:r>
              <a:rPr lang="en-GB" dirty="0"/>
              <a:t>) = f (-2.4) = 5.76</a:t>
            </a:r>
          </a:p>
          <a:p>
            <a:pPr lvl="3">
              <a:spcBef>
                <a:spcPts val="500"/>
              </a:spcBef>
            </a:pPr>
            <a:r>
              <a:rPr lang="en-GB" dirty="0"/>
              <a:t>f(x</a:t>
            </a:r>
            <a:r>
              <a:rPr lang="en-GB" baseline="-25000" dirty="0"/>
              <a:t>2</a:t>
            </a:r>
            <a:r>
              <a:rPr lang="en-GB" dirty="0"/>
              <a:t>) = f (6) = 36</a:t>
            </a:r>
          </a:p>
          <a:p>
            <a:pPr lvl="3">
              <a:spcBef>
                <a:spcPts val="500"/>
              </a:spcBef>
            </a:pPr>
            <a:r>
              <a:rPr lang="en-GB" dirty="0"/>
              <a:t>f(x</a:t>
            </a:r>
            <a:r>
              <a:rPr lang="en-GB" baseline="-25000" dirty="0"/>
              <a:t>3</a:t>
            </a:r>
            <a:r>
              <a:rPr lang="en-GB" dirty="0"/>
              <a:t>) = f (7.4) = 54.76</a:t>
            </a:r>
          </a:p>
          <a:p>
            <a:pPr lvl="3">
              <a:spcBef>
                <a:spcPts val="500"/>
              </a:spcBef>
            </a:pPr>
            <a:r>
              <a:rPr lang="en-GB" dirty="0"/>
              <a:t>f(x</a:t>
            </a:r>
            <a:r>
              <a:rPr lang="en-GB" baseline="-25000" dirty="0"/>
              <a:t>4</a:t>
            </a:r>
            <a:r>
              <a:rPr lang="en-GB" dirty="0"/>
              <a:t>) = f (9) = 81</a:t>
            </a:r>
          </a:p>
        </p:txBody>
      </p:sp>
    </p:spTree>
    <p:extLst>
      <p:ext uri="{BB962C8B-B14F-4D97-AF65-F5344CB8AC3E}">
        <p14:creationId xmlns:p14="http://schemas.microsoft.com/office/powerpoint/2010/main" val="1971422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A677D4-9E3C-6E9A-8110-78E4257CD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0840" y="1518134"/>
            <a:ext cx="3761159" cy="3460266"/>
          </a:xfrm>
          <a:prstGeom prst="rect">
            <a:avLst/>
          </a:prstGeom>
        </p:spPr>
      </p:pic>
      <p:sp>
        <p:nvSpPr>
          <p:cNvPr id="4" name="TextBox 3">
            <a:extLst>
              <a:ext uri="{FF2B5EF4-FFF2-40B4-BE49-F238E27FC236}">
                <a16:creationId xmlns:a16="http://schemas.microsoft.com/office/drawing/2014/main" id="{648A25B8-576F-691E-37EB-DD0C9159581F}"/>
              </a:ext>
            </a:extLst>
          </p:cNvPr>
          <p:cNvSpPr txBox="1"/>
          <p:nvPr/>
        </p:nvSpPr>
        <p:spPr>
          <a:xfrm>
            <a:off x="8292963" y="594804"/>
            <a:ext cx="3737499" cy="923330"/>
          </a:xfrm>
          <a:prstGeom prst="rect">
            <a:avLst/>
          </a:prstGeom>
          <a:noFill/>
        </p:spPr>
        <p:txBody>
          <a:bodyPr wrap="square" rtlCol="0">
            <a:spAutoFit/>
          </a:bodyPr>
          <a:lstStyle/>
          <a:p>
            <a:pPr algn="ctr"/>
            <a:r>
              <a:rPr lang="en-GB" dirty="0"/>
              <a:t>Alternate approach to ‘tournament selection’</a:t>
            </a:r>
          </a:p>
          <a:p>
            <a:pPr algn="ctr"/>
            <a:r>
              <a:rPr lang="en-GB" dirty="0"/>
              <a:t>Roulette wheel selection</a:t>
            </a:r>
          </a:p>
        </p:txBody>
      </p:sp>
      <p:sp>
        <p:nvSpPr>
          <p:cNvPr id="5" name="TextBox 4">
            <a:extLst>
              <a:ext uri="{FF2B5EF4-FFF2-40B4-BE49-F238E27FC236}">
                <a16:creationId xmlns:a16="http://schemas.microsoft.com/office/drawing/2014/main" id="{ABE4F292-4472-D883-EAC3-3CC13F83524D}"/>
              </a:ext>
            </a:extLst>
          </p:cNvPr>
          <p:cNvSpPr txBox="1"/>
          <p:nvPr/>
        </p:nvSpPr>
        <p:spPr>
          <a:xfrm>
            <a:off x="402361" y="958871"/>
            <a:ext cx="7962705" cy="4362733"/>
          </a:xfrm>
          <a:prstGeom prst="rect">
            <a:avLst/>
          </a:prstGeom>
          <a:noFill/>
        </p:spPr>
        <p:txBody>
          <a:bodyPr wrap="square">
            <a:spAutoFit/>
          </a:bodyPr>
          <a:lstStyle/>
          <a:p>
            <a:r>
              <a:rPr lang="en-GB" sz="1600" b="1" dirty="0"/>
              <a:t>3. Selection</a:t>
            </a:r>
          </a:p>
          <a:p>
            <a:pPr marL="742950" lvl="1" indent="-285750">
              <a:spcBef>
                <a:spcPts val="500"/>
              </a:spcBef>
              <a:buFont typeface="Arial" panose="020B0604020202020204" pitchFamily="34" charset="0"/>
              <a:buChar char="•"/>
            </a:pPr>
            <a:r>
              <a:rPr lang="en-GB" sz="1600" dirty="0"/>
              <a:t>We select which individuals will become “parents” to produce the next generation.</a:t>
            </a:r>
          </a:p>
          <a:p>
            <a:pPr marL="742950" lvl="1" indent="-285750">
              <a:spcBef>
                <a:spcPts val="500"/>
              </a:spcBef>
              <a:buFont typeface="Arial" panose="020B0604020202020204" pitchFamily="34" charset="0"/>
              <a:buChar char="•"/>
            </a:pPr>
            <a:r>
              <a:rPr lang="en-GB" sz="1600" dirty="0"/>
              <a:t>Many selection schemes exist (roulette wheel, tournament, etc.). The idea is that individuals with better (lower) f(x) values have a higher probability of being chosen.</a:t>
            </a:r>
          </a:p>
          <a:p>
            <a:pPr>
              <a:spcBef>
                <a:spcPts val="500"/>
              </a:spcBef>
            </a:pPr>
            <a:endParaRPr lang="en-GB" sz="1600" dirty="0"/>
          </a:p>
          <a:p>
            <a:pPr>
              <a:spcBef>
                <a:spcPts val="500"/>
              </a:spcBef>
            </a:pPr>
            <a:r>
              <a:rPr lang="en-GB" sz="1600" b="1" dirty="0"/>
              <a:t>Example</a:t>
            </a:r>
            <a:endParaRPr lang="en-GB" sz="1600" dirty="0"/>
          </a:p>
          <a:p>
            <a:pPr lvl="1">
              <a:spcBef>
                <a:spcPts val="500"/>
              </a:spcBef>
            </a:pPr>
            <a:r>
              <a:rPr lang="en-GB" sz="1600" dirty="0"/>
              <a:t>One simple approach is </a:t>
            </a:r>
            <a:r>
              <a:rPr lang="en-GB" sz="1600" b="1" dirty="0"/>
              <a:t>tournament selection</a:t>
            </a:r>
            <a:r>
              <a:rPr lang="en-GB" sz="1600" dirty="0"/>
              <a:t>:</a:t>
            </a:r>
          </a:p>
          <a:p>
            <a:pPr marL="742950" lvl="1" indent="-285750">
              <a:spcBef>
                <a:spcPts val="500"/>
              </a:spcBef>
              <a:buFont typeface="Arial" panose="020B0604020202020204" pitchFamily="34" charset="0"/>
              <a:buChar char="•"/>
            </a:pPr>
            <a:r>
              <a:rPr lang="en-GB" sz="1600" dirty="0"/>
              <a:t>Randomly pick two individuals from the population.</a:t>
            </a:r>
          </a:p>
          <a:p>
            <a:pPr marL="742950" lvl="1" indent="-285750">
              <a:spcBef>
                <a:spcPts val="500"/>
              </a:spcBef>
              <a:buFont typeface="Arial" panose="020B0604020202020204" pitchFamily="34" charset="0"/>
              <a:buChar char="•"/>
            </a:pPr>
            <a:r>
              <a:rPr lang="en-GB" sz="1600" dirty="0"/>
              <a:t>Compare their f(x) values.</a:t>
            </a:r>
          </a:p>
          <a:p>
            <a:pPr marL="742950" lvl="1" indent="-285750">
              <a:spcBef>
                <a:spcPts val="500"/>
              </a:spcBef>
              <a:buFont typeface="Arial" panose="020B0604020202020204" pitchFamily="34" charset="0"/>
              <a:buChar char="•"/>
            </a:pPr>
            <a:r>
              <a:rPr lang="en-GB" sz="1600" dirty="0"/>
              <a:t>Choose the one with the lower f(x) as a parent.</a:t>
            </a:r>
          </a:p>
          <a:p>
            <a:pPr lvl="1">
              <a:spcBef>
                <a:spcPts val="500"/>
              </a:spcBef>
            </a:pPr>
            <a:r>
              <a:rPr lang="en-GB" sz="1600" dirty="0"/>
              <a:t>So, if we run tournament selection a few times, the </a:t>
            </a:r>
            <a:r>
              <a:rPr lang="en-GB" sz="1600" b="1" dirty="0"/>
              <a:t>best solutions (-2.4 and 6)</a:t>
            </a:r>
            <a:r>
              <a:rPr lang="en-GB" sz="1600" dirty="0"/>
              <a:t> will be picked more frequently as parents, while the worse ones (7.4 and 9) might still get selected occasionally, but with lower probability</a:t>
            </a:r>
          </a:p>
        </p:txBody>
      </p:sp>
    </p:spTree>
    <p:extLst>
      <p:ext uri="{BB962C8B-B14F-4D97-AF65-F5344CB8AC3E}">
        <p14:creationId xmlns:p14="http://schemas.microsoft.com/office/powerpoint/2010/main" val="1117545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70F00E7-5A9B-3EB6-CA58-7F46971CFBD3}"/>
                  </a:ext>
                </a:extLst>
              </p:cNvPr>
              <p:cNvSpPr txBox="1"/>
              <p:nvPr/>
            </p:nvSpPr>
            <p:spPr>
              <a:xfrm>
                <a:off x="747944" y="401425"/>
                <a:ext cx="6946776" cy="5930726"/>
              </a:xfrm>
              <a:prstGeom prst="rect">
                <a:avLst/>
              </a:prstGeom>
              <a:noFill/>
            </p:spPr>
            <p:txBody>
              <a:bodyPr wrap="square">
                <a:spAutoFit/>
              </a:bodyPr>
              <a:lstStyle/>
              <a:p>
                <a:pPr>
                  <a:buNone/>
                </a:pPr>
                <a:r>
                  <a:rPr lang="en-GB" b="1" dirty="0"/>
                  <a:t>4. Crossover </a:t>
                </a:r>
              </a:p>
              <a:p>
                <a:pPr>
                  <a:buNone/>
                </a:pPr>
                <a:endParaRPr lang="en-GB" b="1" dirty="0"/>
              </a:p>
              <a:p>
                <a:pPr marL="285750" indent="-285750">
                  <a:buFont typeface="Arial" panose="020B0604020202020204" pitchFamily="34" charset="0"/>
                  <a:buChar char="•"/>
                </a:pPr>
                <a:r>
                  <a:rPr lang="en-GB" dirty="0"/>
                  <a:t>We take two parent solutions (</a:t>
                </a:r>
                <a:r>
                  <a:rPr lang="en-GB" dirty="0" err="1"/>
                  <a:t>xp</a:t>
                </a:r>
                <a:r>
                  <a:rPr lang="en-GB" dirty="0"/>
                  <a:t>​ and </a:t>
                </a:r>
                <a:r>
                  <a:rPr lang="en-GB" dirty="0" err="1"/>
                  <a:t>xq</a:t>
                </a:r>
                <a:r>
                  <a:rPr lang="en-GB" dirty="0"/>
                  <a:t>​) and </a:t>
                </a:r>
                <a:r>
                  <a:rPr lang="en-GB" b="1" dirty="0"/>
                  <a:t>combine</a:t>
                </a:r>
                <a:r>
                  <a:rPr lang="en-GB" dirty="0"/>
                  <a:t> them to produce offspring.</a:t>
                </a:r>
              </a:p>
              <a:p>
                <a:pPr marL="285750" indent="-285750">
                  <a:buFont typeface="Arial" panose="020B0604020202020204" pitchFamily="34" charset="0"/>
                  <a:buChar char="•"/>
                </a:pPr>
                <a:r>
                  <a:rPr lang="en-GB" dirty="0"/>
                  <a:t>In a </a:t>
                </a:r>
                <a:r>
                  <a:rPr lang="en-GB" b="1" dirty="0"/>
                  <a:t>real-coded GA</a:t>
                </a:r>
                <a:r>
                  <a:rPr lang="en-GB" dirty="0"/>
                  <a:t>, one common crossover is a linear combination such as</a:t>
                </a:r>
              </a:p>
              <a:p>
                <a:pPr marL="285750" indent="-285750">
                  <a:buFont typeface="Arial" panose="020B0604020202020204" pitchFamily="34" charset="0"/>
                  <a:buChar char="•"/>
                </a:pPr>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𝑐h𝑖𝑙𝑑</m:t>
                          </m:r>
                        </m:sub>
                      </m:sSub>
                      <m:r>
                        <a:rPr lang="en-GB" i="1">
                          <a:latin typeface="Cambria Math" panose="02040503050406030204" pitchFamily="18" charset="0"/>
                        </a:rPr>
                        <m:t>= </m:t>
                      </m:r>
                      <m:r>
                        <m:rPr>
                          <m:sty m:val="p"/>
                        </m:rPr>
                        <a:rPr lang="el-GR" i="1">
                          <a:latin typeface="Cambria Math" panose="02040503050406030204" pitchFamily="18" charset="0"/>
                        </a:rPr>
                        <m:t>α</m:t>
                      </m:r>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𝑝</m:t>
                          </m:r>
                        </m:sub>
                      </m:sSub>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1−</m:t>
                          </m:r>
                          <m:r>
                            <m:rPr>
                              <m:sty m:val="p"/>
                            </m:rPr>
                            <a:rPr lang="el-GR" i="1">
                              <a:latin typeface="Cambria Math" panose="02040503050406030204" pitchFamily="18" charset="0"/>
                            </a:rPr>
                            <m:t>α</m:t>
                          </m:r>
                        </m:e>
                      </m:d>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𝑞</m:t>
                          </m:r>
                        </m:sub>
                      </m:sSub>
                      <m:r>
                        <a:rPr lang="en-GB" i="1">
                          <a:latin typeface="Cambria Math" panose="02040503050406030204" pitchFamily="18" charset="0"/>
                        </a:rPr>
                        <m:t> </m:t>
                      </m:r>
                      <m:r>
                        <a:rPr lang="en-GB" i="1">
                          <a:latin typeface="Cambria Math" panose="02040503050406030204" pitchFamily="18" charset="0"/>
                        </a:rPr>
                        <m:t>𝑤h𝑒𝑟𝑒</m:t>
                      </m:r>
                      <m:r>
                        <a:rPr lang="en-GB" i="1">
                          <a:latin typeface="Cambria Math" panose="02040503050406030204" pitchFamily="18" charset="0"/>
                        </a:rPr>
                        <m:t>   </m:t>
                      </m:r>
                      <m:r>
                        <m:rPr>
                          <m:sty m:val="p"/>
                        </m:rPr>
                        <a:rPr lang="el-GR" i="1">
                          <a:latin typeface="Cambria Math" panose="02040503050406030204" pitchFamily="18" charset="0"/>
                        </a:rPr>
                        <m:t>α</m:t>
                      </m:r>
                      <m:r>
                        <a:rPr lang="en-GB" i="1">
                          <a:latin typeface="Cambria Math" panose="02040503050406030204" pitchFamily="18" charset="0"/>
                        </a:rPr>
                        <m:t> </m:t>
                      </m:r>
                      <m:r>
                        <m:rPr>
                          <m:sty m:val="p"/>
                        </m:rPr>
                        <a:rPr lang="el-GR" i="1">
                          <a:latin typeface="Cambria Math" panose="02040503050406030204" pitchFamily="18" charset="0"/>
                        </a:rPr>
                        <m:t>ϵ</m:t>
                      </m:r>
                      <m:r>
                        <a:rPr lang="en-GB" i="1">
                          <a:latin typeface="Cambria Math" panose="02040503050406030204" pitchFamily="18" charset="0"/>
                        </a:rPr>
                        <m:t> [0,1]</m:t>
                      </m:r>
                    </m:oMath>
                  </m:oMathPara>
                </a14:m>
                <a:endParaRPr lang="en-GB" dirty="0"/>
              </a:p>
              <a:p>
                <a:pPr marL="285750" indent="-285750">
                  <a:buFont typeface="Arial" panose="020B0604020202020204" pitchFamily="34" charset="0"/>
                  <a:buChar char="•"/>
                </a:pPr>
                <a:endParaRPr lang="en-GB" dirty="0"/>
              </a:p>
              <a:p>
                <a:pPr lvl="1"/>
                <a:r>
                  <a:rPr lang="en-GB" b="1" dirty="0"/>
                  <a:t>Example (Real-Coded Crossover)</a:t>
                </a:r>
                <a:endParaRPr lang="en-GB" dirty="0"/>
              </a:p>
              <a:p>
                <a:pPr lvl="1"/>
                <a:r>
                  <a:rPr lang="en-GB" dirty="0"/>
                  <a:t>Suppose our selected parents are:</a:t>
                </a:r>
              </a:p>
              <a:p>
                <a:pPr lvl="1" algn="ctr"/>
                <a:r>
                  <a:rPr lang="en-GB" dirty="0"/>
                  <a:t>x</a:t>
                </a:r>
                <a:r>
                  <a:rPr lang="en-GB" baseline="-25000" dirty="0"/>
                  <a:t>(1)</a:t>
                </a:r>
                <a:r>
                  <a:rPr lang="en-GB" dirty="0"/>
                  <a:t>=−2.4 (best solution so far)</a:t>
                </a:r>
              </a:p>
              <a:p>
                <a:pPr lvl="1" algn="ctr"/>
                <a:r>
                  <a:rPr lang="en-GB" dirty="0"/>
                  <a:t>x</a:t>
                </a:r>
                <a:r>
                  <a:rPr lang="en-GB" baseline="-25000" dirty="0"/>
                  <a:t>(2)</a:t>
                </a:r>
                <a:r>
                  <a:rPr lang="en-GB" dirty="0"/>
                  <a:t>=6 (second-best solution)</a:t>
                </a:r>
              </a:p>
              <a:p>
                <a:pPr lvl="1" algn="ctr"/>
                <a:endParaRPr lang="en-GB" dirty="0"/>
              </a:p>
              <a:p>
                <a:pPr lvl="1"/>
                <a:r>
                  <a:rPr lang="en-GB" dirty="0"/>
                  <a:t>If we pick α=0.5 (a simple average crossover), we get</a:t>
                </a:r>
              </a:p>
              <a:p>
                <a:pPr lvl="1"/>
                <a:endParaRPr lang="en-GB" dirty="0"/>
              </a:p>
              <a:p>
                <a:pPr lvl="1" algn="ct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𝑐h𝑖𝑙𝑑</m:t>
                        </m:r>
                      </m:sub>
                    </m:sSub>
                    <m:r>
                      <a:rPr lang="en-GB" i="1">
                        <a:latin typeface="Cambria Math" panose="02040503050406030204" pitchFamily="18" charset="0"/>
                      </a:rPr>
                      <m:t>=0.5 </m:t>
                    </m:r>
                  </m:oMath>
                </a14:m>
                <a:r>
                  <a:rPr lang="en-GB" dirty="0"/>
                  <a:t>x 0.24 </a:t>
                </a:r>
                <a14:m>
                  <m:oMath xmlns:m="http://schemas.openxmlformats.org/officeDocument/2006/math">
                    <m:r>
                      <a:rPr lang="en-GB" i="1">
                        <a:latin typeface="Cambria Math" panose="02040503050406030204" pitchFamily="18" charset="0"/>
                      </a:rPr>
                      <m:t>+</m:t>
                    </m:r>
                    <m:d>
                      <m:dPr>
                        <m:ctrlPr>
                          <a:rPr lang="en-GB" i="1">
                            <a:latin typeface="Cambria Math" panose="02040503050406030204" pitchFamily="18" charset="0"/>
                          </a:rPr>
                        </m:ctrlPr>
                      </m:dPr>
                      <m:e>
                        <m:r>
                          <a:rPr lang="en-GB" i="1">
                            <a:latin typeface="Cambria Math" panose="02040503050406030204" pitchFamily="18" charset="0"/>
                          </a:rPr>
                          <m:t>1−0.5</m:t>
                        </m:r>
                      </m:e>
                    </m:d>
                    <m:r>
                      <m:rPr>
                        <m:nor/>
                      </m:rPr>
                      <a:rPr lang="en-GB" dirty="0"/>
                      <m:t>x</m:t>
                    </m:r>
                    <m:r>
                      <m:rPr>
                        <m:nor/>
                      </m:rPr>
                      <a:rPr lang="en-GB" dirty="0"/>
                      <m:t> 6 = 1.8</m:t>
                    </m:r>
                  </m:oMath>
                </a14:m>
                <a:endParaRPr lang="en-GB" dirty="0"/>
              </a:p>
              <a:p>
                <a:pPr lvl="1"/>
                <a:endParaRPr lang="en-GB" dirty="0"/>
              </a:p>
              <a:p>
                <a:pPr lvl="1"/>
                <a:r>
                  <a:rPr lang="en-GB" dirty="0"/>
                  <a:t>So, the new offspring is: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𝑐h𝑖𝑙𝑑</m:t>
                        </m:r>
                      </m:sub>
                    </m:sSub>
                    <m:r>
                      <a:rPr lang="en-GB" b="0" i="1" smtClean="0">
                        <a:latin typeface="Cambria Math" panose="02040503050406030204" pitchFamily="18" charset="0"/>
                      </a:rPr>
                      <m:t>=</m:t>
                    </m:r>
                    <m:r>
                      <m:rPr>
                        <m:nor/>
                      </m:rPr>
                      <a:rPr lang="en-GB" dirty="0"/>
                      <m:t> 1.8</m:t>
                    </m:r>
                  </m:oMath>
                </a14:m>
                <a:endParaRPr lang="en-GB" dirty="0"/>
              </a:p>
              <a:p>
                <a:endParaRPr lang="en-GB" dirty="0"/>
              </a:p>
              <a:p>
                <a:pPr marL="285750" indent="-285750">
                  <a:buFont typeface="Arial" panose="020B0604020202020204" pitchFamily="34" charset="0"/>
                  <a:buChar char="•"/>
                </a:pPr>
                <a:endParaRPr lang="en-GB" dirty="0"/>
              </a:p>
            </p:txBody>
          </p:sp>
        </mc:Choice>
        <mc:Fallback xmlns="">
          <p:sp>
            <p:nvSpPr>
              <p:cNvPr id="4" name="TextBox 3">
                <a:extLst>
                  <a:ext uri="{FF2B5EF4-FFF2-40B4-BE49-F238E27FC236}">
                    <a16:creationId xmlns:a16="http://schemas.microsoft.com/office/drawing/2014/main" id="{070F00E7-5A9B-3EB6-CA58-7F46971CFBD3}"/>
                  </a:ext>
                </a:extLst>
              </p:cNvPr>
              <p:cNvSpPr txBox="1">
                <a:spLocks noRot="1" noChangeAspect="1" noMove="1" noResize="1" noEditPoints="1" noAdjustHandles="1" noChangeArrowheads="1" noChangeShapeType="1" noTextEdit="1"/>
              </p:cNvSpPr>
              <p:nvPr/>
            </p:nvSpPr>
            <p:spPr>
              <a:xfrm>
                <a:off x="747944" y="401425"/>
                <a:ext cx="6946776" cy="5930726"/>
              </a:xfrm>
              <a:prstGeom prst="rect">
                <a:avLst/>
              </a:prstGeom>
              <a:blipFill>
                <a:blip r:embed="rId2"/>
                <a:stretch>
                  <a:fillRect l="-790" t="-617" r="-615"/>
                </a:stretch>
              </a:blipFill>
            </p:spPr>
            <p:txBody>
              <a:bodyPr/>
              <a:lstStyle/>
              <a:p>
                <a:r>
                  <a:rPr lang="en-GB">
                    <a:noFill/>
                  </a:rPr>
                  <a:t> </a:t>
                </a:r>
              </a:p>
            </p:txBody>
          </p:sp>
        </mc:Fallback>
      </mc:AlternateContent>
    </p:spTree>
    <p:extLst>
      <p:ext uri="{BB962C8B-B14F-4D97-AF65-F5344CB8AC3E}">
        <p14:creationId xmlns:p14="http://schemas.microsoft.com/office/powerpoint/2010/main" val="2993994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4396A36-492D-E715-279B-6D83E330D6A3}"/>
                  </a:ext>
                </a:extLst>
              </p:cNvPr>
              <p:cNvSpPr txBox="1"/>
              <p:nvPr/>
            </p:nvSpPr>
            <p:spPr>
              <a:xfrm>
                <a:off x="418338" y="358616"/>
                <a:ext cx="11590782" cy="4385816"/>
              </a:xfrm>
              <a:prstGeom prst="rect">
                <a:avLst/>
              </a:prstGeom>
              <a:noFill/>
            </p:spPr>
            <p:txBody>
              <a:bodyPr wrap="square">
                <a:spAutoFit/>
              </a:bodyPr>
              <a:lstStyle/>
              <a:p>
                <a:pPr>
                  <a:buNone/>
                </a:pPr>
                <a:r>
                  <a:rPr lang="en-GB" b="1" dirty="0"/>
                  <a:t>5. Mutation</a:t>
                </a:r>
              </a:p>
              <a:p>
                <a:pPr>
                  <a:lnSpc>
                    <a:spcPct val="150000"/>
                  </a:lnSpc>
                  <a:buFont typeface="Arial" panose="020B0604020202020204" pitchFamily="34" charset="0"/>
                  <a:buChar char="•"/>
                </a:pPr>
                <a:r>
                  <a:rPr lang="en-GB" dirty="0"/>
                  <a:t>After crossover, we slightly change some individuals with some small random “noise” or “mutation.”</a:t>
                </a:r>
              </a:p>
              <a:p>
                <a:pPr>
                  <a:lnSpc>
                    <a:spcPct val="150000"/>
                  </a:lnSpc>
                  <a:buFont typeface="Arial" panose="020B0604020202020204" pitchFamily="34" charset="0"/>
                  <a:buChar char="•"/>
                </a:pPr>
                <a:r>
                  <a:rPr lang="en-GB" dirty="0"/>
                  <a:t>This helps explore the space more broadly and avoid getting stuck in local minima.</a:t>
                </a:r>
              </a:p>
              <a:p>
                <a:pPr>
                  <a:lnSpc>
                    <a:spcPct val="150000"/>
                  </a:lnSpc>
                  <a:buFont typeface="Arial" panose="020B0604020202020204" pitchFamily="34" charset="0"/>
                  <a:buChar char="•"/>
                </a:pPr>
                <a:endParaRPr lang="en-GB" dirty="0"/>
              </a:p>
              <a:p>
                <a:r>
                  <a:rPr lang="en-GB" b="1" dirty="0"/>
                  <a:t>Example</a:t>
                </a:r>
                <a:endParaRPr lang="en-GB" dirty="0"/>
              </a:p>
              <a:p>
                <a:r>
                  <a:rPr lang="en-GB" dirty="0"/>
                  <a:t>If an offspring is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𝑐h𝑖𝑙𝑑</m:t>
                        </m:r>
                      </m:sub>
                    </m:sSub>
                    <m:r>
                      <a:rPr lang="en-GB" i="1">
                        <a:latin typeface="Cambria Math" panose="02040503050406030204" pitchFamily="18" charset="0"/>
                      </a:rPr>
                      <m:t>=</m:t>
                    </m:r>
                    <m:r>
                      <m:rPr>
                        <m:nor/>
                      </m:rPr>
                      <a:rPr lang="en-GB" dirty="0"/>
                      <m:t> 1.8</m:t>
                    </m:r>
                  </m:oMath>
                </a14:m>
                <a:r>
                  <a:rPr lang="en-GB" dirty="0"/>
                  <a:t>, </a:t>
                </a:r>
              </a:p>
              <a:p>
                <a:r>
                  <a:rPr lang="en-GB" dirty="0"/>
                  <a:t>we might add a small random value ε drawn from (for example) a Gaussian distribution with mean 0 and a small standard deviation σ</a:t>
                </a:r>
              </a:p>
              <a:p>
                <a:endParaRPr lang="en-GB" dirty="0"/>
              </a:p>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rPr>
                        <m:t>ε</m:t>
                      </m:r>
                      <m:r>
                        <a:rPr lang="el-GR" i="1" smtClean="0">
                          <a:latin typeface="Cambria Math" panose="02040503050406030204" pitchFamily="18" charset="0"/>
                        </a:rPr>
                        <m:t>~Ɲ(0, 0</m:t>
                      </m:r>
                      <m:r>
                        <a:rPr lang="en-GB" b="0" i="1" smtClean="0">
                          <a:latin typeface="Cambria Math" panose="02040503050406030204" pitchFamily="18" charset="0"/>
                        </a:rPr>
                        <m:t>.05)</m:t>
                      </m:r>
                    </m:oMath>
                  </m:oMathPara>
                </a14:m>
                <a:endParaRPr lang="en-GB" dirty="0"/>
              </a:p>
              <a:p>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𝑚𝑢𝑡𝑎𝑡𝑒𝑑</m:t>
                          </m:r>
                        </m:sub>
                      </m:sSub>
                      <m:r>
                        <a:rPr lang="en-GB"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𝑐h𝑖𝑙𝑑</m:t>
                          </m:r>
                        </m:sub>
                      </m:sSub>
                      <m:r>
                        <a:rPr lang="en-GB" b="0" i="1" smtClean="0">
                          <a:latin typeface="Cambria Math" panose="02040503050406030204" pitchFamily="18" charset="0"/>
                        </a:rPr>
                        <m:t>+</m:t>
                      </m:r>
                      <m:r>
                        <m:rPr>
                          <m:sty m:val="p"/>
                        </m:rPr>
                        <a:rPr lang="el-GR" i="1">
                          <a:latin typeface="Cambria Math" panose="02040503050406030204" pitchFamily="18" charset="0"/>
                        </a:rPr>
                        <m:t>ε</m:t>
                      </m:r>
                    </m:oMath>
                  </m:oMathPara>
                </a14:m>
                <a:endParaRPr lang="en-GB" dirty="0"/>
              </a:p>
              <a:p>
                <a:pPr algn="ct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𝑚𝑢𝑡𝑎𝑡𝑒𝑑</m:t>
                        </m:r>
                      </m:sub>
                    </m:sSub>
                    <m:r>
                      <a:rPr lang="en-GB" i="1">
                        <a:latin typeface="Cambria Math" panose="02040503050406030204" pitchFamily="18" charset="0"/>
                      </a:rPr>
                      <m:t>=</m:t>
                    </m:r>
                    <m:r>
                      <a:rPr lang="en-GB" b="0" i="1" smtClean="0">
                        <a:latin typeface="Cambria Math" panose="02040503050406030204" pitchFamily="18" charset="0"/>
                      </a:rPr>
                      <m:t>1.8 −0.2=1.6</m:t>
                    </m:r>
                  </m:oMath>
                </a14:m>
                <a:r>
                  <a:rPr lang="en-GB" dirty="0"/>
                  <a:t>   (if </a:t>
                </a:r>
                <a14:m>
                  <m:oMath xmlns:m="http://schemas.openxmlformats.org/officeDocument/2006/math">
                    <m:r>
                      <m:rPr>
                        <m:sty m:val="p"/>
                      </m:rPr>
                      <a:rPr lang="el-GR" i="1">
                        <a:latin typeface="Cambria Math" panose="02040503050406030204" pitchFamily="18" charset="0"/>
                      </a:rPr>
                      <m:t>ε</m:t>
                    </m:r>
                    <m:r>
                      <a:rPr lang="en-GB" b="0" i="1" smtClean="0">
                        <a:latin typeface="Cambria Math" panose="02040503050406030204" pitchFamily="18" charset="0"/>
                      </a:rPr>
                      <m:t>=−0.2</m:t>
                    </m:r>
                  </m:oMath>
                </a14:m>
                <a:r>
                  <a:rPr lang="en-GB" dirty="0"/>
                  <a:t>)</a:t>
                </a:r>
              </a:p>
              <a:p>
                <a:pPr algn="ctr"/>
                <a:endParaRPr lang="en-GB" dirty="0"/>
              </a:p>
              <a:p>
                <a:pPr algn="ctr"/>
                <a:r>
                  <a:rPr lang="en-GB" dirty="0"/>
                  <a:t>If it’s </a:t>
                </a:r>
                <a:r>
                  <a:rPr lang="en-GB" b="1" dirty="0"/>
                  <a:t>steady-state GA</a:t>
                </a:r>
                <a:r>
                  <a:rPr lang="en-GB" dirty="0"/>
                  <a:t> → the new offspring (e.g., 1.6) replaces the worst solution (9)</a:t>
                </a:r>
              </a:p>
            </p:txBody>
          </p:sp>
        </mc:Choice>
        <mc:Fallback xmlns="">
          <p:sp>
            <p:nvSpPr>
              <p:cNvPr id="5" name="TextBox 4">
                <a:extLst>
                  <a:ext uri="{FF2B5EF4-FFF2-40B4-BE49-F238E27FC236}">
                    <a16:creationId xmlns:a16="http://schemas.microsoft.com/office/drawing/2014/main" id="{84396A36-492D-E715-279B-6D83E330D6A3}"/>
                  </a:ext>
                </a:extLst>
              </p:cNvPr>
              <p:cNvSpPr txBox="1">
                <a:spLocks noRot="1" noChangeAspect="1" noMove="1" noResize="1" noEditPoints="1" noAdjustHandles="1" noChangeArrowheads="1" noChangeShapeType="1" noTextEdit="1"/>
              </p:cNvSpPr>
              <p:nvPr/>
            </p:nvSpPr>
            <p:spPr>
              <a:xfrm>
                <a:off x="418338" y="358616"/>
                <a:ext cx="11590782" cy="4385816"/>
              </a:xfrm>
              <a:prstGeom prst="rect">
                <a:avLst/>
              </a:prstGeom>
              <a:blipFill>
                <a:blip r:embed="rId2"/>
                <a:stretch>
                  <a:fillRect l="-473" t="-834" b="-1391"/>
                </a:stretch>
              </a:blipFill>
            </p:spPr>
            <p:txBody>
              <a:bodyPr/>
              <a:lstStyle/>
              <a:p>
                <a:r>
                  <a:rPr lang="en-GB">
                    <a:noFill/>
                  </a:rPr>
                  <a:t> </a:t>
                </a:r>
              </a:p>
            </p:txBody>
          </p:sp>
        </mc:Fallback>
      </mc:AlternateContent>
      <p:sp>
        <p:nvSpPr>
          <p:cNvPr id="7" name="TextBox 6">
            <a:extLst>
              <a:ext uri="{FF2B5EF4-FFF2-40B4-BE49-F238E27FC236}">
                <a16:creationId xmlns:a16="http://schemas.microsoft.com/office/drawing/2014/main" id="{7A9CC80E-40D0-60EA-CEF0-6E1FEA9165E6}"/>
              </a:ext>
            </a:extLst>
          </p:cNvPr>
          <p:cNvSpPr txBox="1"/>
          <p:nvPr/>
        </p:nvSpPr>
        <p:spPr>
          <a:xfrm>
            <a:off x="3092958" y="5378939"/>
            <a:ext cx="2274570" cy="1200329"/>
          </a:xfrm>
          <a:prstGeom prst="rect">
            <a:avLst/>
          </a:prstGeom>
          <a:noFill/>
          <a:ln>
            <a:solidFill>
              <a:schemeClr val="accent1"/>
            </a:solidFill>
          </a:ln>
        </p:spPr>
        <p:txBody>
          <a:bodyPr wrap="square">
            <a:spAutoFit/>
          </a:bodyPr>
          <a:lstStyle/>
          <a:p>
            <a:pPr>
              <a:buNone/>
            </a:pPr>
            <a:r>
              <a:rPr lang="en-GB" dirty="0"/>
              <a:t>f(x</a:t>
            </a:r>
            <a:r>
              <a:rPr lang="en-GB" baseline="-25000" dirty="0"/>
              <a:t>1</a:t>
            </a:r>
            <a:r>
              <a:rPr lang="en-GB" dirty="0"/>
              <a:t>) = f (-2.4) = </a:t>
            </a:r>
            <a:r>
              <a:rPr lang="en-GB" b="1" dirty="0">
                <a:solidFill>
                  <a:schemeClr val="accent4">
                    <a:lumMod val="50000"/>
                  </a:schemeClr>
                </a:solidFill>
              </a:rPr>
              <a:t>5.76</a:t>
            </a:r>
          </a:p>
          <a:p>
            <a:pPr>
              <a:buNone/>
            </a:pPr>
            <a:r>
              <a:rPr lang="en-GB" dirty="0"/>
              <a:t>f(x</a:t>
            </a:r>
            <a:r>
              <a:rPr lang="en-GB" baseline="-25000" dirty="0"/>
              <a:t>2</a:t>
            </a:r>
            <a:r>
              <a:rPr lang="en-GB" dirty="0"/>
              <a:t>) = f (6) = 36</a:t>
            </a:r>
          </a:p>
          <a:p>
            <a:pPr>
              <a:buNone/>
            </a:pPr>
            <a:r>
              <a:rPr lang="en-GB" dirty="0"/>
              <a:t>f(x</a:t>
            </a:r>
            <a:r>
              <a:rPr lang="en-GB" baseline="-25000" dirty="0"/>
              <a:t>3</a:t>
            </a:r>
            <a:r>
              <a:rPr lang="en-GB" dirty="0"/>
              <a:t>) = f (7.4) = 54.76</a:t>
            </a:r>
          </a:p>
          <a:p>
            <a:pPr>
              <a:buNone/>
            </a:pPr>
            <a:r>
              <a:rPr lang="en-GB" dirty="0"/>
              <a:t>f(x</a:t>
            </a:r>
            <a:r>
              <a:rPr lang="en-GB" baseline="-25000" dirty="0"/>
              <a:t>4</a:t>
            </a:r>
            <a:r>
              <a:rPr lang="en-GB" dirty="0"/>
              <a:t>) = f (</a:t>
            </a:r>
            <a:r>
              <a:rPr lang="en-GB" b="1" dirty="0">
                <a:solidFill>
                  <a:srgbClr val="C00000"/>
                </a:solidFill>
              </a:rPr>
              <a:t>9</a:t>
            </a:r>
            <a:r>
              <a:rPr lang="en-GB" dirty="0"/>
              <a:t>) = 81</a:t>
            </a:r>
          </a:p>
        </p:txBody>
      </p:sp>
      <p:sp>
        <p:nvSpPr>
          <p:cNvPr id="8" name="TextBox 7">
            <a:extLst>
              <a:ext uri="{FF2B5EF4-FFF2-40B4-BE49-F238E27FC236}">
                <a16:creationId xmlns:a16="http://schemas.microsoft.com/office/drawing/2014/main" id="{9F0E9138-E902-648F-E151-8115E1A41A5B}"/>
              </a:ext>
            </a:extLst>
          </p:cNvPr>
          <p:cNvSpPr txBox="1"/>
          <p:nvPr/>
        </p:nvSpPr>
        <p:spPr>
          <a:xfrm>
            <a:off x="6096000" y="5378938"/>
            <a:ext cx="2274570" cy="1200329"/>
          </a:xfrm>
          <a:prstGeom prst="rect">
            <a:avLst/>
          </a:prstGeom>
          <a:noFill/>
          <a:ln>
            <a:solidFill>
              <a:schemeClr val="accent1"/>
            </a:solidFill>
          </a:ln>
        </p:spPr>
        <p:txBody>
          <a:bodyPr wrap="square">
            <a:spAutoFit/>
          </a:bodyPr>
          <a:lstStyle/>
          <a:p>
            <a:pPr>
              <a:buNone/>
            </a:pPr>
            <a:r>
              <a:rPr lang="en-GB" dirty="0"/>
              <a:t>f(x</a:t>
            </a:r>
            <a:r>
              <a:rPr lang="en-GB" baseline="-25000" dirty="0"/>
              <a:t>1</a:t>
            </a:r>
            <a:r>
              <a:rPr lang="en-GB" dirty="0"/>
              <a:t>) = f (-2.4) = 5.76</a:t>
            </a:r>
          </a:p>
          <a:p>
            <a:pPr>
              <a:buNone/>
            </a:pPr>
            <a:r>
              <a:rPr lang="en-GB" dirty="0"/>
              <a:t>f(x</a:t>
            </a:r>
            <a:r>
              <a:rPr lang="en-GB" baseline="-25000" dirty="0"/>
              <a:t>2</a:t>
            </a:r>
            <a:r>
              <a:rPr lang="en-GB" dirty="0"/>
              <a:t>) = f (6) = 36</a:t>
            </a:r>
          </a:p>
          <a:p>
            <a:pPr>
              <a:buNone/>
            </a:pPr>
            <a:r>
              <a:rPr lang="en-GB" dirty="0"/>
              <a:t>f(x</a:t>
            </a:r>
            <a:r>
              <a:rPr lang="en-GB" baseline="-25000" dirty="0"/>
              <a:t>3</a:t>
            </a:r>
            <a:r>
              <a:rPr lang="en-GB" dirty="0"/>
              <a:t>) = f (7.4) = 54.76</a:t>
            </a:r>
          </a:p>
          <a:p>
            <a:pPr>
              <a:buNone/>
            </a:pPr>
            <a:r>
              <a:rPr lang="en-GB" dirty="0"/>
              <a:t>f(x</a:t>
            </a:r>
            <a:r>
              <a:rPr lang="en-GB" baseline="-25000" dirty="0"/>
              <a:t>4</a:t>
            </a:r>
            <a:r>
              <a:rPr lang="en-GB" dirty="0"/>
              <a:t>) = f (</a:t>
            </a:r>
            <a:r>
              <a:rPr lang="en-GB" b="1" dirty="0">
                <a:solidFill>
                  <a:srgbClr val="0070C0"/>
                </a:solidFill>
              </a:rPr>
              <a:t>1.6</a:t>
            </a:r>
            <a:r>
              <a:rPr lang="en-GB" dirty="0"/>
              <a:t>) = </a:t>
            </a:r>
            <a:r>
              <a:rPr lang="en-GB" b="1" dirty="0">
                <a:solidFill>
                  <a:schemeClr val="accent4">
                    <a:lumMod val="50000"/>
                  </a:schemeClr>
                </a:solidFill>
              </a:rPr>
              <a:t>3.24</a:t>
            </a:r>
          </a:p>
        </p:txBody>
      </p:sp>
      <p:sp>
        <p:nvSpPr>
          <p:cNvPr id="9" name="Arrow: Right 8">
            <a:extLst>
              <a:ext uri="{FF2B5EF4-FFF2-40B4-BE49-F238E27FC236}">
                <a16:creationId xmlns:a16="http://schemas.microsoft.com/office/drawing/2014/main" id="{6DFB7F0B-55E7-AED3-3357-CD873DFA7191}"/>
              </a:ext>
            </a:extLst>
          </p:cNvPr>
          <p:cNvSpPr/>
          <p:nvPr/>
        </p:nvSpPr>
        <p:spPr>
          <a:xfrm>
            <a:off x="5614416" y="5823654"/>
            <a:ext cx="384048" cy="310896"/>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AA41B272-CCAF-C2C3-229A-3F7AB273FDB4}"/>
              </a:ext>
            </a:extLst>
          </p:cNvPr>
          <p:cNvSpPr txBox="1"/>
          <p:nvPr/>
        </p:nvSpPr>
        <p:spPr>
          <a:xfrm>
            <a:off x="3092958" y="5007006"/>
            <a:ext cx="2274570" cy="371932"/>
          </a:xfrm>
          <a:prstGeom prst="rect">
            <a:avLst/>
          </a:prstGeom>
          <a:noFill/>
        </p:spPr>
        <p:txBody>
          <a:bodyPr wrap="square" rtlCol="0">
            <a:spAutoFit/>
          </a:bodyPr>
          <a:lstStyle/>
          <a:p>
            <a:pPr algn="ctr"/>
            <a:r>
              <a:rPr lang="en-GB" dirty="0"/>
              <a:t>Generation 0</a:t>
            </a:r>
          </a:p>
        </p:txBody>
      </p:sp>
      <p:sp>
        <p:nvSpPr>
          <p:cNvPr id="11" name="TextBox 10">
            <a:extLst>
              <a:ext uri="{FF2B5EF4-FFF2-40B4-BE49-F238E27FC236}">
                <a16:creationId xmlns:a16="http://schemas.microsoft.com/office/drawing/2014/main" id="{0A17EC29-51B4-A79E-8216-65939180D61B}"/>
              </a:ext>
            </a:extLst>
          </p:cNvPr>
          <p:cNvSpPr txBox="1"/>
          <p:nvPr/>
        </p:nvSpPr>
        <p:spPr>
          <a:xfrm>
            <a:off x="5998464" y="5007006"/>
            <a:ext cx="2274570" cy="371932"/>
          </a:xfrm>
          <a:prstGeom prst="rect">
            <a:avLst/>
          </a:prstGeom>
          <a:noFill/>
        </p:spPr>
        <p:txBody>
          <a:bodyPr wrap="square" rtlCol="0">
            <a:spAutoFit/>
          </a:bodyPr>
          <a:lstStyle/>
          <a:p>
            <a:pPr algn="ctr"/>
            <a:r>
              <a:rPr lang="en-GB" dirty="0"/>
              <a:t>Generation 1</a:t>
            </a:r>
          </a:p>
        </p:txBody>
      </p:sp>
    </p:spTree>
    <p:extLst>
      <p:ext uri="{BB962C8B-B14F-4D97-AF65-F5344CB8AC3E}">
        <p14:creationId xmlns:p14="http://schemas.microsoft.com/office/powerpoint/2010/main" val="489925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8229648-6B35-4736-B976-CB93D47F2D10}"/>
              </a:ext>
            </a:extLst>
          </p:cNvPr>
          <p:cNvSpPr txBox="1"/>
          <p:nvPr/>
        </p:nvSpPr>
        <p:spPr>
          <a:xfrm>
            <a:off x="319133" y="2940539"/>
            <a:ext cx="2274570" cy="1200329"/>
          </a:xfrm>
          <a:prstGeom prst="rect">
            <a:avLst/>
          </a:prstGeom>
          <a:noFill/>
          <a:ln>
            <a:solidFill>
              <a:schemeClr val="accent1"/>
            </a:solidFill>
          </a:ln>
        </p:spPr>
        <p:txBody>
          <a:bodyPr wrap="square">
            <a:spAutoFit/>
          </a:bodyPr>
          <a:lstStyle/>
          <a:p>
            <a:pPr>
              <a:buNone/>
            </a:pPr>
            <a:r>
              <a:rPr lang="en-GB" dirty="0"/>
              <a:t>f(x</a:t>
            </a:r>
            <a:r>
              <a:rPr lang="en-GB" baseline="-25000" dirty="0"/>
              <a:t>1</a:t>
            </a:r>
            <a:r>
              <a:rPr lang="en-GB" dirty="0"/>
              <a:t>) = f (-2.4) = </a:t>
            </a:r>
            <a:r>
              <a:rPr lang="en-GB" b="1" dirty="0">
                <a:solidFill>
                  <a:schemeClr val="accent4">
                    <a:lumMod val="50000"/>
                  </a:schemeClr>
                </a:solidFill>
              </a:rPr>
              <a:t>5.76</a:t>
            </a:r>
          </a:p>
          <a:p>
            <a:pPr>
              <a:buNone/>
            </a:pPr>
            <a:r>
              <a:rPr lang="en-GB" dirty="0"/>
              <a:t>f(x</a:t>
            </a:r>
            <a:r>
              <a:rPr lang="en-GB" baseline="-25000" dirty="0"/>
              <a:t>2</a:t>
            </a:r>
            <a:r>
              <a:rPr lang="en-GB" dirty="0"/>
              <a:t>) = f (6) = 36</a:t>
            </a:r>
          </a:p>
          <a:p>
            <a:pPr>
              <a:buNone/>
            </a:pPr>
            <a:r>
              <a:rPr lang="en-GB" dirty="0"/>
              <a:t>f(x</a:t>
            </a:r>
            <a:r>
              <a:rPr lang="en-GB" baseline="-25000" dirty="0"/>
              <a:t>3</a:t>
            </a:r>
            <a:r>
              <a:rPr lang="en-GB" dirty="0"/>
              <a:t>) = f (7.4) = 54.76</a:t>
            </a:r>
          </a:p>
          <a:p>
            <a:pPr>
              <a:buNone/>
            </a:pPr>
            <a:r>
              <a:rPr lang="en-GB" dirty="0"/>
              <a:t>f(x</a:t>
            </a:r>
            <a:r>
              <a:rPr lang="en-GB" baseline="-25000" dirty="0"/>
              <a:t>4</a:t>
            </a:r>
            <a:r>
              <a:rPr lang="en-GB" dirty="0"/>
              <a:t>) = f (</a:t>
            </a:r>
            <a:r>
              <a:rPr lang="en-GB" b="1" dirty="0">
                <a:solidFill>
                  <a:srgbClr val="C00000"/>
                </a:solidFill>
              </a:rPr>
              <a:t>9</a:t>
            </a:r>
            <a:r>
              <a:rPr lang="en-GB" dirty="0"/>
              <a:t>) = 81</a:t>
            </a:r>
          </a:p>
        </p:txBody>
      </p:sp>
      <p:sp>
        <p:nvSpPr>
          <p:cNvPr id="6" name="TextBox 5">
            <a:extLst>
              <a:ext uri="{FF2B5EF4-FFF2-40B4-BE49-F238E27FC236}">
                <a16:creationId xmlns:a16="http://schemas.microsoft.com/office/drawing/2014/main" id="{D405D00A-B44B-CBC2-33CA-D7431800BDF5}"/>
              </a:ext>
            </a:extLst>
          </p:cNvPr>
          <p:cNvSpPr txBox="1"/>
          <p:nvPr/>
        </p:nvSpPr>
        <p:spPr>
          <a:xfrm>
            <a:off x="3322175" y="2940538"/>
            <a:ext cx="2274570" cy="1200329"/>
          </a:xfrm>
          <a:prstGeom prst="rect">
            <a:avLst/>
          </a:prstGeom>
          <a:noFill/>
          <a:ln>
            <a:solidFill>
              <a:schemeClr val="accent1"/>
            </a:solidFill>
          </a:ln>
        </p:spPr>
        <p:txBody>
          <a:bodyPr wrap="square">
            <a:spAutoFit/>
          </a:bodyPr>
          <a:lstStyle/>
          <a:p>
            <a:pPr>
              <a:buNone/>
            </a:pPr>
            <a:r>
              <a:rPr lang="en-GB" dirty="0"/>
              <a:t>f(x</a:t>
            </a:r>
            <a:r>
              <a:rPr lang="en-GB" baseline="-25000" dirty="0"/>
              <a:t>1</a:t>
            </a:r>
            <a:r>
              <a:rPr lang="en-GB" dirty="0"/>
              <a:t>) = f (-2.4) = 5.76</a:t>
            </a:r>
          </a:p>
          <a:p>
            <a:pPr>
              <a:buNone/>
            </a:pPr>
            <a:r>
              <a:rPr lang="en-GB" dirty="0"/>
              <a:t>f(x</a:t>
            </a:r>
            <a:r>
              <a:rPr lang="en-GB" baseline="-25000" dirty="0"/>
              <a:t>2</a:t>
            </a:r>
            <a:r>
              <a:rPr lang="en-GB" dirty="0"/>
              <a:t>) = f (6) = 36</a:t>
            </a:r>
          </a:p>
          <a:p>
            <a:pPr>
              <a:buNone/>
            </a:pPr>
            <a:r>
              <a:rPr lang="en-GB" dirty="0"/>
              <a:t>f(x</a:t>
            </a:r>
            <a:r>
              <a:rPr lang="en-GB" baseline="-25000" dirty="0"/>
              <a:t>3</a:t>
            </a:r>
            <a:r>
              <a:rPr lang="en-GB" dirty="0"/>
              <a:t>) = f (7.4) = 54.76</a:t>
            </a:r>
          </a:p>
          <a:p>
            <a:pPr>
              <a:buNone/>
            </a:pPr>
            <a:r>
              <a:rPr lang="en-GB" dirty="0"/>
              <a:t>f(x</a:t>
            </a:r>
            <a:r>
              <a:rPr lang="en-GB" baseline="-25000" dirty="0"/>
              <a:t>4</a:t>
            </a:r>
            <a:r>
              <a:rPr lang="en-GB" dirty="0"/>
              <a:t>) = f (</a:t>
            </a:r>
            <a:r>
              <a:rPr lang="en-GB" b="1" dirty="0">
                <a:solidFill>
                  <a:srgbClr val="0070C0"/>
                </a:solidFill>
              </a:rPr>
              <a:t>1.6</a:t>
            </a:r>
            <a:r>
              <a:rPr lang="en-GB" dirty="0"/>
              <a:t>) = </a:t>
            </a:r>
            <a:r>
              <a:rPr lang="en-GB" b="1" dirty="0">
                <a:solidFill>
                  <a:schemeClr val="accent4">
                    <a:lumMod val="50000"/>
                  </a:schemeClr>
                </a:solidFill>
              </a:rPr>
              <a:t>3.24</a:t>
            </a:r>
          </a:p>
        </p:txBody>
      </p:sp>
      <p:sp>
        <p:nvSpPr>
          <p:cNvPr id="7" name="Arrow: Right 6">
            <a:extLst>
              <a:ext uri="{FF2B5EF4-FFF2-40B4-BE49-F238E27FC236}">
                <a16:creationId xmlns:a16="http://schemas.microsoft.com/office/drawing/2014/main" id="{A0AB8B87-8273-7AA9-293B-5CE93B4AB487}"/>
              </a:ext>
            </a:extLst>
          </p:cNvPr>
          <p:cNvSpPr/>
          <p:nvPr/>
        </p:nvSpPr>
        <p:spPr>
          <a:xfrm>
            <a:off x="2840591" y="3385254"/>
            <a:ext cx="384048" cy="310896"/>
          </a:xfrm>
          <a:prstGeom prst="rightArrow">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455B66BF-00AC-33C1-BEFB-5FE0AD1CF429}"/>
              </a:ext>
            </a:extLst>
          </p:cNvPr>
          <p:cNvSpPr txBox="1"/>
          <p:nvPr/>
        </p:nvSpPr>
        <p:spPr>
          <a:xfrm>
            <a:off x="319133" y="2568606"/>
            <a:ext cx="2274570" cy="371932"/>
          </a:xfrm>
          <a:prstGeom prst="rect">
            <a:avLst/>
          </a:prstGeom>
          <a:noFill/>
        </p:spPr>
        <p:txBody>
          <a:bodyPr wrap="square" rtlCol="0">
            <a:spAutoFit/>
          </a:bodyPr>
          <a:lstStyle/>
          <a:p>
            <a:pPr algn="ctr"/>
            <a:r>
              <a:rPr lang="en-GB" dirty="0"/>
              <a:t>Generation 0</a:t>
            </a:r>
          </a:p>
        </p:txBody>
      </p:sp>
      <p:sp>
        <p:nvSpPr>
          <p:cNvPr id="9" name="TextBox 8">
            <a:extLst>
              <a:ext uri="{FF2B5EF4-FFF2-40B4-BE49-F238E27FC236}">
                <a16:creationId xmlns:a16="http://schemas.microsoft.com/office/drawing/2014/main" id="{C0506710-D834-B1D7-CAB4-C2AF1933297E}"/>
              </a:ext>
            </a:extLst>
          </p:cNvPr>
          <p:cNvSpPr txBox="1"/>
          <p:nvPr/>
        </p:nvSpPr>
        <p:spPr>
          <a:xfrm>
            <a:off x="3224639" y="2568606"/>
            <a:ext cx="2274570" cy="371932"/>
          </a:xfrm>
          <a:prstGeom prst="rect">
            <a:avLst/>
          </a:prstGeom>
          <a:noFill/>
        </p:spPr>
        <p:txBody>
          <a:bodyPr wrap="square" rtlCol="0">
            <a:spAutoFit/>
          </a:bodyPr>
          <a:lstStyle/>
          <a:p>
            <a:pPr algn="ctr"/>
            <a:r>
              <a:rPr lang="en-GB" dirty="0"/>
              <a:t>Generation 1</a:t>
            </a:r>
          </a:p>
        </p:txBody>
      </p:sp>
      <p:grpSp>
        <p:nvGrpSpPr>
          <p:cNvPr id="11" name="Group 10">
            <a:extLst>
              <a:ext uri="{FF2B5EF4-FFF2-40B4-BE49-F238E27FC236}">
                <a16:creationId xmlns:a16="http://schemas.microsoft.com/office/drawing/2014/main" id="{200675D2-E36C-60FB-4476-D22E0245D19E}"/>
              </a:ext>
            </a:extLst>
          </p:cNvPr>
          <p:cNvGrpSpPr/>
          <p:nvPr/>
        </p:nvGrpSpPr>
        <p:grpSpPr>
          <a:xfrm>
            <a:off x="6075112" y="1228601"/>
            <a:ext cx="5401175" cy="4313306"/>
            <a:chOff x="6075112" y="1228601"/>
            <a:chExt cx="5401175" cy="4313306"/>
          </a:xfrm>
        </p:grpSpPr>
        <p:grpSp>
          <p:nvGrpSpPr>
            <p:cNvPr id="4" name="Group 3">
              <a:extLst>
                <a:ext uri="{FF2B5EF4-FFF2-40B4-BE49-F238E27FC236}">
                  <a16:creationId xmlns:a16="http://schemas.microsoft.com/office/drawing/2014/main" id="{06924EFD-CA0E-3EAB-7F46-D2214F71D168}"/>
                </a:ext>
              </a:extLst>
            </p:cNvPr>
            <p:cNvGrpSpPr/>
            <p:nvPr/>
          </p:nvGrpSpPr>
          <p:grpSpPr>
            <a:xfrm>
              <a:off x="6075112" y="1228601"/>
              <a:ext cx="5401175" cy="4313306"/>
              <a:chOff x="3395412" y="1164759"/>
              <a:chExt cx="5401175" cy="4313306"/>
            </a:xfrm>
          </p:grpSpPr>
          <p:pic>
            <p:nvPicPr>
              <p:cNvPr id="2" name="Picture 1">
                <a:extLst>
                  <a:ext uri="{FF2B5EF4-FFF2-40B4-BE49-F238E27FC236}">
                    <a16:creationId xmlns:a16="http://schemas.microsoft.com/office/drawing/2014/main" id="{7F1233B5-3345-2152-8C05-79A1AAC6F1AF}"/>
                  </a:ext>
                </a:extLst>
              </p:cNvPr>
              <p:cNvPicPr>
                <a:picLocks noChangeAspect="1"/>
              </p:cNvPicPr>
              <p:nvPr/>
            </p:nvPicPr>
            <p:blipFill>
              <a:blip r:embed="rId2"/>
              <a:stretch>
                <a:fillRect/>
              </a:stretch>
            </p:blipFill>
            <p:spPr>
              <a:xfrm>
                <a:off x="3395412" y="1164759"/>
                <a:ext cx="5401175" cy="4313306"/>
              </a:xfrm>
              <a:prstGeom prst="rect">
                <a:avLst/>
              </a:prstGeom>
            </p:spPr>
          </p:pic>
          <p:sp>
            <p:nvSpPr>
              <p:cNvPr id="3" name="Oval 2">
                <a:extLst>
                  <a:ext uri="{FF2B5EF4-FFF2-40B4-BE49-F238E27FC236}">
                    <a16:creationId xmlns:a16="http://schemas.microsoft.com/office/drawing/2014/main" id="{0CE422C5-3052-8DBA-BB18-A5752810CAC3}"/>
                  </a:ext>
                </a:extLst>
              </p:cNvPr>
              <p:cNvSpPr/>
              <p:nvPr/>
            </p:nvSpPr>
            <p:spPr>
              <a:xfrm>
                <a:off x="6503459" y="4755132"/>
                <a:ext cx="104775" cy="106164"/>
              </a:xfrm>
              <a:prstGeom prst="ellipse">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 name="Multiplication Sign 9">
              <a:extLst>
                <a:ext uri="{FF2B5EF4-FFF2-40B4-BE49-F238E27FC236}">
                  <a16:creationId xmlns:a16="http://schemas.microsoft.com/office/drawing/2014/main" id="{BF0138DB-6E59-3759-D8D4-C15F58F8AEB4}"/>
                </a:ext>
              </a:extLst>
            </p:cNvPr>
            <p:cNvSpPr/>
            <p:nvPr/>
          </p:nvSpPr>
          <p:spPr>
            <a:xfrm>
              <a:off x="10837332" y="2243663"/>
              <a:ext cx="211667" cy="240273"/>
            </a:xfrm>
            <a:prstGeom prst="mathMultiply">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261364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A51A26-89B7-8C02-1DD2-EF1C2C596B54}"/>
              </a:ext>
            </a:extLst>
          </p:cNvPr>
          <p:cNvPicPr>
            <a:picLocks noChangeAspect="1"/>
          </p:cNvPicPr>
          <p:nvPr/>
        </p:nvPicPr>
        <p:blipFill>
          <a:blip r:embed="rId2"/>
          <a:stretch>
            <a:fillRect/>
          </a:stretch>
        </p:blipFill>
        <p:spPr>
          <a:xfrm>
            <a:off x="6697132" y="431800"/>
            <a:ext cx="3000375" cy="2857500"/>
          </a:xfrm>
          <a:prstGeom prst="rect">
            <a:avLst/>
          </a:prstGeom>
        </p:spPr>
      </p:pic>
      <p:pic>
        <p:nvPicPr>
          <p:cNvPr id="9" name="Picture 8">
            <a:extLst>
              <a:ext uri="{FF2B5EF4-FFF2-40B4-BE49-F238E27FC236}">
                <a16:creationId xmlns:a16="http://schemas.microsoft.com/office/drawing/2014/main" id="{7B72BB27-8413-EFC1-86AD-D2CA55A99918}"/>
              </a:ext>
            </a:extLst>
          </p:cNvPr>
          <p:cNvPicPr>
            <a:picLocks noChangeAspect="1"/>
          </p:cNvPicPr>
          <p:nvPr/>
        </p:nvPicPr>
        <p:blipFill>
          <a:blip r:embed="rId3"/>
          <a:stretch>
            <a:fillRect/>
          </a:stretch>
        </p:blipFill>
        <p:spPr>
          <a:xfrm>
            <a:off x="2494494" y="509587"/>
            <a:ext cx="3000376" cy="2942768"/>
          </a:xfrm>
          <a:prstGeom prst="rect">
            <a:avLst/>
          </a:prstGeom>
        </p:spPr>
      </p:pic>
      <p:pic>
        <p:nvPicPr>
          <p:cNvPr id="11" name="Picture 10">
            <a:extLst>
              <a:ext uri="{FF2B5EF4-FFF2-40B4-BE49-F238E27FC236}">
                <a16:creationId xmlns:a16="http://schemas.microsoft.com/office/drawing/2014/main" id="{A123CB51-9808-4EEE-C222-0E31EB8C21CD}"/>
              </a:ext>
            </a:extLst>
          </p:cNvPr>
          <p:cNvPicPr>
            <a:picLocks noChangeAspect="1"/>
          </p:cNvPicPr>
          <p:nvPr/>
        </p:nvPicPr>
        <p:blipFill>
          <a:blip r:embed="rId4"/>
          <a:stretch>
            <a:fillRect/>
          </a:stretch>
        </p:blipFill>
        <p:spPr>
          <a:xfrm>
            <a:off x="6749519" y="3607857"/>
            <a:ext cx="2895600" cy="2843213"/>
          </a:xfrm>
          <a:prstGeom prst="rect">
            <a:avLst/>
          </a:prstGeom>
        </p:spPr>
      </p:pic>
      <p:pic>
        <p:nvPicPr>
          <p:cNvPr id="13" name="Picture 12">
            <a:extLst>
              <a:ext uri="{FF2B5EF4-FFF2-40B4-BE49-F238E27FC236}">
                <a16:creationId xmlns:a16="http://schemas.microsoft.com/office/drawing/2014/main" id="{E76495ED-73E6-B354-EBAF-D10F909C8D52}"/>
              </a:ext>
            </a:extLst>
          </p:cNvPr>
          <p:cNvPicPr>
            <a:picLocks noChangeAspect="1"/>
          </p:cNvPicPr>
          <p:nvPr/>
        </p:nvPicPr>
        <p:blipFill>
          <a:blip r:embed="rId5"/>
          <a:stretch>
            <a:fillRect/>
          </a:stretch>
        </p:blipFill>
        <p:spPr>
          <a:xfrm>
            <a:off x="2658536" y="3719495"/>
            <a:ext cx="2672292" cy="2731575"/>
          </a:xfrm>
          <a:prstGeom prst="rect">
            <a:avLst/>
          </a:prstGeom>
        </p:spPr>
      </p:pic>
    </p:spTree>
    <p:extLst>
      <p:ext uri="{BB962C8B-B14F-4D97-AF65-F5344CB8AC3E}">
        <p14:creationId xmlns:p14="http://schemas.microsoft.com/office/powerpoint/2010/main" val="11237111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NMIS">
      <a:dk1>
        <a:srgbClr val="000000"/>
      </a:dk1>
      <a:lt1>
        <a:srgbClr val="FFFFFF"/>
      </a:lt1>
      <a:dk2>
        <a:srgbClr val="6F3F81"/>
      </a:dk2>
      <a:lt2>
        <a:srgbClr val="FFCC00"/>
      </a:lt2>
      <a:accent1>
        <a:srgbClr val="00294B"/>
      </a:accent1>
      <a:accent2>
        <a:srgbClr val="368DBC"/>
      </a:accent2>
      <a:accent3>
        <a:srgbClr val="009FE3"/>
      </a:accent3>
      <a:accent4>
        <a:srgbClr val="8EC79A"/>
      </a:accent4>
      <a:accent5>
        <a:srgbClr val="D83569"/>
      </a:accent5>
      <a:accent6>
        <a:srgbClr val="EC6608"/>
      </a:accent6>
      <a:hlink>
        <a:srgbClr val="368CBA"/>
      </a:hlink>
      <a:folHlink>
        <a:srgbClr val="6F3E81"/>
      </a:folHlink>
    </a:clrScheme>
    <a:fontScheme name="Raleway_APM">
      <a:majorFont>
        <a:latin typeface="Raleway"/>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9915</TotalTime>
  <Words>2492</Words>
  <Application>Microsoft Office PowerPoint</Application>
  <PresentationFormat>Widescreen</PresentationFormat>
  <Paragraphs>460</Paragraphs>
  <Slides>24</Slides>
  <Notes>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24</vt:i4>
      </vt:variant>
    </vt:vector>
  </HeadingPairs>
  <TitlesOfParts>
    <vt:vector size="34" baseType="lpstr">
      <vt:lpstr>Arial</vt:lpstr>
      <vt:lpstr>Arial Unicode MS</vt:lpstr>
      <vt:lpstr>Calibri</vt:lpstr>
      <vt:lpstr>Calibri Light</vt:lpstr>
      <vt:lpstr>Cambria Math</vt:lpstr>
      <vt:lpstr>Raleway</vt:lpstr>
      <vt:lpstr>System Font Regular</vt:lpstr>
      <vt:lpstr>Wingdings</vt:lpstr>
      <vt:lpstr>Office Theme</vt:lpstr>
      <vt:lpstr>1_Office Theme</vt:lpstr>
      <vt:lpstr>Fundamentals of AI in Manufacturing (FAIM) Genetic Algorithms   Lecturers: Abhilash Puthanveettil Madathil, PhD  Olga Bylya, PhD  Applied Industrial Intelligence (AI2) NMIS   </vt:lpstr>
      <vt:lpstr> Contents</vt:lpstr>
      <vt:lpstr>Knapsack problem </vt:lpstr>
      <vt:lpstr>Metaheuristic optimization methods</vt:lpstr>
      <vt:lpstr>Evolutionary Algorithms</vt:lpstr>
      <vt:lpstr>PowerPoint Presentation</vt:lpstr>
      <vt:lpstr>PowerPoint Presentation</vt:lpstr>
      <vt:lpstr>Genetic Algorithm</vt:lpstr>
      <vt:lpstr>Knapsack problem </vt:lpstr>
      <vt:lpstr>Knapsack problem </vt:lpstr>
      <vt:lpstr>Knapsack problem </vt:lpstr>
      <vt:lpstr>Knapsack problem </vt:lpstr>
      <vt:lpstr>Knapsack problem </vt:lpstr>
      <vt:lpstr>Knapsack problem </vt:lpstr>
      <vt:lpstr>Knapsack problem </vt:lpstr>
      <vt:lpstr>Knapsack problem </vt:lpstr>
      <vt:lpstr>Tresure hunt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Data-Driven Manufacturing @ NMIS  Prof Andrew Sherlock A.Sherlock@strath.ac.uk</dc:title>
  <dc:creator>Andrew Sherlock</dc:creator>
  <cp:lastModifiedBy>Abhilash Puthanveettil Madathil</cp:lastModifiedBy>
  <cp:revision>1</cp:revision>
  <dcterms:created xsi:type="dcterms:W3CDTF">2023-09-28T13:04:21Z</dcterms:created>
  <dcterms:modified xsi:type="dcterms:W3CDTF">2025-11-10T10:45:01Z</dcterms:modified>
</cp:coreProperties>
</file>